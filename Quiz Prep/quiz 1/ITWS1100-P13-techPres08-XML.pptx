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1"/>
  </p:sldMasterIdLst>
  <p:notesMasterIdLst>
    <p:notesMasterId r:id="rId31"/>
  </p:notesMasterIdLst>
  <p:handoutMasterIdLst>
    <p:handoutMasterId r:id="rId32"/>
  </p:handoutMasterIdLst>
  <p:sldIdLst>
    <p:sldId id="257" r:id="rId2"/>
    <p:sldId id="306" r:id="rId3"/>
    <p:sldId id="317" r:id="rId4"/>
    <p:sldId id="316" r:id="rId5"/>
    <p:sldId id="318" r:id="rId6"/>
    <p:sldId id="320" r:id="rId7"/>
    <p:sldId id="325" r:id="rId8"/>
    <p:sldId id="326" r:id="rId9"/>
    <p:sldId id="319" r:id="rId10"/>
    <p:sldId id="332" r:id="rId11"/>
    <p:sldId id="338" r:id="rId12"/>
    <p:sldId id="335" r:id="rId13"/>
    <p:sldId id="321" r:id="rId14"/>
    <p:sldId id="334" r:id="rId15"/>
    <p:sldId id="342" r:id="rId16"/>
    <p:sldId id="333" r:id="rId17"/>
    <p:sldId id="322" r:id="rId18"/>
    <p:sldId id="343" r:id="rId19"/>
    <p:sldId id="323" r:id="rId20"/>
    <p:sldId id="327" r:id="rId21"/>
    <p:sldId id="336" r:id="rId22"/>
    <p:sldId id="341" r:id="rId23"/>
    <p:sldId id="328" r:id="rId24"/>
    <p:sldId id="339" r:id="rId25"/>
    <p:sldId id="340" r:id="rId26"/>
    <p:sldId id="330" r:id="rId27"/>
    <p:sldId id="329" r:id="rId28"/>
    <p:sldId id="331" r:id="rId29"/>
    <p:sldId id="314"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E362397-7A4A-4FD9-BE40-A72DE916A046}">
          <p14:sldIdLst>
            <p14:sldId id="257"/>
            <p14:sldId id="306"/>
            <p14:sldId id="317"/>
            <p14:sldId id="316"/>
            <p14:sldId id="318"/>
            <p14:sldId id="320"/>
            <p14:sldId id="325"/>
            <p14:sldId id="326"/>
            <p14:sldId id="319"/>
            <p14:sldId id="332"/>
            <p14:sldId id="338"/>
            <p14:sldId id="335"/>
            <p14:sldId id="321"/>
            <p14:sldId id="334"/>
            <p14:sldId id="342"/>
            <p14:sldId id="333"/>
            <p14:sldId id="322"/>
            <p14:sldId id="343"/>
            <p14:sldId id="323"/>
            <p14:sldId id="327"/>
            <p14:sldId id="336"/>
            <p14:sldId id="341"/>
            <p14:sldId id="328"/>
            <p14:sldId id="339"/>
            <p14:sldId id="340"/>
            <p14:sldId id="330"/>
            <p14:sldId id="329"/>
            <p14:sldId id="331"/>
            <p14:sldId id="31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B13F03-87A1-084F-BEFB-F24353D1445C}" v="1" dt="2023-09-25T14:47:06.8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44"/>
    <p:restoredTop sz="94758"/>
  </p:normalViewPr>
  <p:slideViewPr>
    <p:cSldViewPr snapToGrid="0" snapToObjects="1">
      <p:cViewPr varScale="1">
        <p:scale>
          <a:sx n="116" d="100"/>
          <a:sy n="116" d="100"/>
        </p:scale>
        <p:origin x="224" y="232"/>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0"/>
    </p:cViewPr>
  </p:sorterViewPr>
  <p:gridSpacing cx="38405" cy="384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hard Plotka" userId="ef763fd2d67452b5" providerId="LiveId" clId="{EDB13F03-87A1-084F-BEFB-F24353D1445C}"/>
    <pc:docChg chg="custSel modSld">
      <pc:chgData name="Richard Plotka" userId="ef763fd2d67452b5" providerId="LiveId" clId="{EDB13F03-87A1-084F-BEFB-F24353D1445C}" dt="2023-09-25T17:25:40.413" v="159" actId="20577"/>
      <pc:docMkLst>
        <pc:docMk/>
      </pc:docMkLst>
      <pc:sldChg chg="modSp mod modShow">
        <pc:chgData name="Richard Plotka" userId="ef763fd2d67452b5" providerId="LiveId" clId="{EDB13F03-87A1-084F-BEFB-F24353D1445C}" dt="2023-09-25T17:25:40.413" v="159" actId="20577"/>
        <pc:sldMkLst>
          <pc:docMk/>
          <pc:sldMk cId="759091702" sldId="314"/>
        </pc:sldMkLst>
        <pc:spChg chg="mod">
          <ac:chgData name="Richard Plotka" userId="ef763fd2d67452b5" providerId="LiveId" clId="{EDB13F03-87A1-084F-BEFB-F24353D1445C}" dt="2023-09-25T14:46:13.570" v="123" actId="404"/>
          <ac:spMkLst>
            <pc:docMk/>
            <pc:sldMk cId="759091702" sldId="314"/>
            <ac:spMk id="2" creationId="{00000000-0000-0000-0000-000000000000}"/>
          </ac:spMkLst>
        </pc:spChg>
        <pc:spChg chg="mod">
          <ac:chgData name="Richard Plotka" userId="ef763fd2d67452b5" providerId="LiveId" clId="{EDB13F03-87A1-084F-BEFB-F24353D1445C}" dt="2023-09-25T17:25:40.413" v="159" actId="20577"/>
          <ac:spMkLst>
            <pc:docMk/>
            <pc:sldMk cId="759091702" sldId="314"/>
            <ac:spMk id="3" creationId="{00000000-0000-0000-0000-000000000000}"/>
          </ac:spMkLst>
        </pc:spChg>
      </pc:sldChg>
      <pc:sldChg chg="modSp mod">
        <pc:chgData name="Richard Plotka" userId="ef763fd2d67452b5" providerId="LiveId" clId="{EDB13F03-87A1-084F-BEFB-F24353D1445C}" dt="2023-09-25T14:47:24.317" v="157" actId="20577"/>
        <pc:sldMkLst>
          <pc:docMk/>
          <pc:sldMk cId="705841236" sldId="319"/>
        </pc:sldMkLst>
        <pc:spChg chg="mod">
          <ac:chgData name="Richard Plotka" userId="ef763fd2d67452b5" providerId="LiveId" clId="{EDB13F03-87A1-084F-BEFB-F24353D1445C}" dt="2023-09-25T14:47:24.317" v="157" actId="20577"/>
          <ac:spMkLst>
            <pc:docMk/>
            <pc:sldMk cId="705841236" sldId="319"/>
            <ac:spMk id="3" creationId="{00000000-0000-0000-0000-000000000000}"/>
          </ac:spMkLst>
        </pc:spChg>
        <pc:spChg chg="mod">
          <ac:chgData name="Richard Plotka" userId="ef763fd2d67452b5" providerId="LiveId" clId="{EDB13F03-87A1-084F-BEFB-F24353D1445C}" dt="2023-09-25T14:47:16.708" v="149" actId="20577"/>
          <ac:spMkLst>
            <pc:docMk/>
            <pc:sldMk cId="705841236" sldId="319"/>
            <ac:spMk id="4"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5115736-9F64-B344-A4EA-0DDEAA50305C}" type="datetimeFigureOut">
              <a:rPr lang="en-US" smtClean="0"/>
              <a:t>9/22/24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7623CF9-242C-FB49-88CD-61D6C950A2F1}" type="slidenum">
              <a:rPr lang="en-US" smtClean="0"/>
              <a:t>‹#›</a:t>
            </a:fld>
            <a:endParaRPr lang="en-US"/>
          </a:p>
        </p:txBody>
      </p:sp>
    </p:spTree>
    <p:extLst>
      <p:ext uri="{BB962C8B-B14F-4D97-AF65-F5344CB8AC3E}">
        <p14:creationId xmlns:p14="http://schemas.microsoft.com/office/powerpoint/2010/main" val="253076750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2E720B-BE6A-FB4B-9CD8-77D912E0FF05}" type="datetimeFigureOut">
              <a:rPr lang="en-US" smtClean="0"/>
              <a:pPr/>
              <a:t>9/22/24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3C348FD-417E-BC4B-85B9-A87AE63942A8}" type="slidenum">
              <a:rPr lang="en-US" smtClean="0"/>
              <a:pPr/>
              <a:t>‹#›</a:t>
            </a:fld>
            <a:endParaRPr lang="en-US"/>
          </a:p>
        </p:txBody>
      </p:sp>
    </p:spTree>
    <p:extLst>
      <p:ext uri="{BB962C8B-B14F-4D97-AF65-F5344CB8AC3E}">
        <p14:creationId xmlns:p14="http://schemas.microsoft.com/office/powerpoint/2010/main" val="216590131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6"/>
          <p:cNvSpPr>
            <a:spLocks noGrp="1" noChangeArrowheads="1"/>
          </p:cNvSpPr>
          <p:nvPr>
            <p:ph type="sldNum" sz="quarter"/>
          </p:nvPr>
        </p:nvSpPr>
        <p:spPr>
          <a:noFill/>
        </p:spPr>
        <p:txBody>
          <a:bodyPr/>
          <a:lstStyle/>
          <a:p>
            <a:pPr>
              <a:buFont typeface="Wingdings" pitchFamily="-109" charset="2"/>
              <a:buNone/>
            </a:pPr>
            <a:fld id="{311C75D7-F00C-D942-A740-04C5BD4F3BC7}" type="slidenum">
              <a:rPr lang="en-GB">
                <a:latin typeface="Times New Roman" pitchFamily="-109" charset="0"/>
                <a:ea typeface="Bitstream Vera Sans" pitchFamily="-109" charset="0"/>
                <a:cs typeface="Bitstream Vera Sans" pitchFamily="-109" charset="0"/>
              </a:rPr>
              <a:pPr>
                <a:buFont typeface="Wingdings" pitchFamily="-109" charset="2"/>
                <a:buNone/>
              </a:pPr>
              <a:t>1</a:t>
            </a:fld>
            <a:endParaRPr lang="en-GB">
              <a:latin typeface="Times New Roman" pitchFamily="-109" charset="0"/>
              <a:ea typeface="Bitstream Vera Sans" pitchFamily="-109" charset="0"/>
              <a:cs typeface="Bitstream Vera Sans" pitchFamily="-109" charset="0"/>
            </a:endParaRPr>
          </a:p>
        </p:txBody>
      </p:sp>
      <p:sp>
        <p:nvSpPr>
          <p:cNvPr id="17411" name="Text Box 1"/>
          <p:cNvSpPr>
            <a:spLocks noGrp="1" noRot="1" noChangeAspect="1" noChangeArrowheads="1"/>
          </p:cNvSpPr>
          <p:nvPr>
            <p:ph type="sldImg"/>
          </p:nvPr>
        </p:nvSpPr>
        <p:spPr>
          <a:xfrm>
            <a:off x="381000" y="693738"/>
            <a:ext cx="6096000" cy="3429000"/>
          </a:xfrm>
          <a:solidFill>
            <a:srgbClr val="FFFFFF"/>
          </a:solidFill>
          <a:ln>
            <a:solidFill>
              <a:srgbClr val="000000"/>
            </a:solidFill>
            <a:miter lim="800000"/>
          </a:ln>
        </p:spPr>
      </p:sp>
      <p:sp>
        <p:nvSpPr>
          <p:cNvPr id="17412" name="Text Box 2"/>
          <p:cNvSpPr>
            <a:spLocks noGrp="1" noChangeArrowheads="1"/>
          </p:cNvSpPr>
          <p:nvPr>
            <p:ph type="body" idx="1"/>
          </p:nvPr>
        </p:nvSpPr>
        <p:spPr>
          <a:xfrm>
            <a:off x="686360" y="4342535"/>
            <a:ext cx="5486681" cy="4114511"/>
          </a:xfrm>
          <a:noFill/>
          <a:ln/>
        </p:spPr>
        <p:txBody>
          <a:bodyPr wrap="none" anchor="ctr"/>
          <a:lstStyle/>
          <a:p>
            <a:endParaRPr lang="en-US">
              <a:latin typeface="Times New Roman" pitchFamily="-109" charset="0"/>
            </a:endParaRPr>
          </a:p>
        </p:txBody>
      </p:sp>
    </p:spTree>
    <p:extLst>
      <p:ext uri="{BB962C8B-B14F-4D97-AF65-F5344CB8AC3E}">
        <p14:creationId xmlns:p14="http://schemas.microsoft.com/office/powerpoint/2010/main" val="1642885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https://</a:t>
            </a:r>
            <a:r>
              <a:rPr lang="en-US" dirty="0" err="1"/>
              <a:t>docbook.org</a:t>
            </a:r>
            <a:r>
              <a:rPr lang="en-US" dirty="0"/>
              <a:t>/docs/</a:t>
            </a:r>
            <a:r>
              <a:rPr lang="en-US" dirty="0" err="1"/>
              <a:t>howto</a:t>
            </a:r>
            <a:r>
              <a:rPr lang="en-US" dirty="0"/>
              <a:t>/</a:t>
            </a:r>
            <a:r>
              <a:rPr lang="en-US" dirty="0" err="1"/>
              <a:t>howto.xml</a:t>
            </a:r>
            <a:endParaRPr lang="en-US" dirty="0"/>
          </a:p>
        </p:txBody>
      </p:sp>
      <p:sp>
        <p:nvSpPr>
          <p:cNvPr id="4" name="Slide Number Placeholder 3"/>
          <p:cNvSpPr>
            <a:spLocks noGrp="1"/>
          </p:cNvSpPr>
          <p:nvPr>
            <p:ph type="sldNum" sz="quarter" idx="5"/>
          </p:nvPr>
        </p:nvSpPr>
        <p:spPr/>
        <p:txBody>
          <a:bodyPr/>
          <a:lstStyle/>
          <a:p>
            <a:fld id="{13C348FD-417E-BC4B-85B9-A87AE63942A8}" type="slidenum">
              <a:rPr lang="en-US" smtClean="0"/>
              <a:pPr/>
              <a:t>2</a:t>
            </a:fld>
            <a:endParaRPr lang="en-US"/>
          </a:p>
        </p:txBody>
      </p:sp>
    </p:spTree>
    <p:extLst>
      <p:ext uri="{BB962C8B-B14F-4D97-AF65-F5344CB8AC3E}">
        <p14:creationId xmlns:p14="http://schemas.microsoft.com/office/powerpoint/2010/main" val="11053617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XML and HTML are now becoming more intertwined in some cases – example </a:t>
            </a:r>
            <a:r>
              <a:rPr lang="en-US" dirty="0" err="1"/>
              <a:t>iXBRL</a:t>
            </a:r>
            <a:r>
              <a:rPr lang="en-US" dirty="0"/>
              <a:t> for </a:t>
            </a:r>
            <a:r>
              <a:rPr lang="en-US"/>
              <a:t>Financial documents</a:t>
            </a:r>
            <a:endParaRPr lang="en-US" dirty="0"/>
          </a:p>
          <a:p>
            <a:r>
              <a:rPr lang="en-US" dirty="0"/>
              <a:t>https://</a:t>
            </a:r>
            <a:r>
              <a:rPr lang="en-US" dirty="0" err="1"/>
              <a:t>www.xbrl.org</a:t>
            </a:r>
            <a:r>
              <a:rPr lang="en-US" dirty="0"/>
              <a:t>/</a:t>
            </a:r>
            <a:r>
              <a:rPr lang="en-US" dirty="0" err="1"/>
              <a:t>ixbrl</a:t>
            </a:r>
            <a:r>
              <a:rPr lang="en-US" dirty="0"/>
              <a:t>-samples/gleif-annual-report-2017/gleif-annual-report-2017.html#fs2017</a:t>
            </a:r>
          </a:p>
        </p:txBody>
      </p:sp>
      <p:sp>
        <p:nvSpPr>
          <p:cNvPr id="4" name="Slide Number Placeholder 3"/>
          <p:cNvSpPr>
            <a:spLocks noGrp="1"/>
          </p:cNvSpPr>
          <p:nvPr>
            <p:ph type="sldNum" sz="quarter" idx="5"/>
          </p:nvPr>
        </p:nvSpPr>
        <p:spPr/>
        <p:txBody>
          <a:bodyPr/>
          <a:lstStyle/>
          <a:p>
            <a:fld id="{13C348FD-417E-BC4B-85B9-A87AE63942A8}" type="slidenum">
              <a:rPr lang="en-US" smtClean="0"/>
              <a:pPr/>
              <a:t>4</a:t>
            </a:fld>
            <a:endParaRPr lang="en-US"/>
          </a:p>
        </p:txBody>
      </p:sp>
    </p:spTree>
    <p:extLst>
      <p:ext uri="{BB962C8B-B14F-4D97-AF65-F5344CB8AC3E}">
        <p14:creationId xmlns:p14="http://schemas.microsoft.com/office/powerpoint/2010/main" val="34890440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https://www.w3schools.com/xml/</a:t>
            </a:r>
            <a:r>
              <a:rPr lang="en-US" dirty="0" err="1"/>
              <a:t>xml_usedfor.asp</a:t>
            </a:r>
            <a:endParaRPr lang="en-US" dirty="0"/>
          </a:p>
        </p:txBody>
      </p:sp>
      <p:sp>
        <p:nvSpPr>
          <p:cNvPr id="4" name="Slide Number Placeholder 3"/>
          <p:cNvSpPr>
            <a:spLocks noGrp="1"/>
          </p:cNvSpPr>
          <p:nvPr>
            <p:ph type="sldNum" sz="quarter" idx="5"/>
          </p:nvPr>
        </p:nvSpPr>
        <p:spPr/>
        <p:txBody>
          <a:bodyPr/>
          <a:lstStyle/>
          <a:p>
            <a:fld id="{13C348FD-417E-BC4B-85B9-A87AE63942A8}" type="slidenum">
              <a:rPr lang="en-US" smtClean="0"/>
              <a:pPr/>
              <a:t>9</a:t>
            </a:fld>
            <a:endParaRPr lang="en-US"/>
          </a:p>
        </p:txBody>
      </p:sp>
    </p:spTree>
    <p:extLst>
      <p:ext uri="{BB962C8B-B14F-4D97-AF65-F5344CB8AC3E}">
        <p14:creationId xmlns:p14="http://schemas.microsoft.com/office/powerpoint/2010/main" val="18581333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feedforall.com</a:t>
            </a:r>
            <a:r>
              <a:rPr lang="en-US" dirty="0"/>
              <a:t>/sample-</a:t>
            </a:r>
            <a:r>
              <a:rPr lang="en-US" dirty="0" err="1"/>
              <a:t>feeds.htm</a:t>
            </a:r>
            <a:endParaRPr lang="en-US" dirty="0"/>
          </a:p>
          <a:p>
            <a:endParaRPr lang="en-US" dirty="0"/>
          </a:p>
        </p:txBody>
      </p:sp>
      <p:sp>
        <p:nvSpPr>
          <p:cNvPr id="4" name="Slide Number Placeholder 3"/>
          <p:cNvSpPr>
            <a:spLocks noGrp="1"/>
          </p:cNvSpPr>
          <p:nvPr>
            <p:ph type="sldNum" sz="quarter" idx="5"/>
          </p:nvPr>
        </p:nvSpPr>
        <p:spPr/>
        <p:txBody>
          <a:bodyPr/>
          <a:lstStyle/>
          <a:p>
            <a:fld id="{13C348FD-417E-BC4B-85B9-A87AE63942A8}" type="slidenum">
              <a:rPr lang="en-US" smtClean="0"/>
              <a:pPr/>
              <a:t>25</a:t>
            </a:fld>
            <a:endParaRPr lang="en-US"/>
          </a:p>
        </p:txBody>
      </p:sp>
    </p:spTree>
    <p:extLst>
      <p:ext uri="{BB962C8B-B14F-4D97-AF65-F5344CB8AC3E}">
        <p14:creationId xmlns:p14="http://schemas.microsoft.com/office/powerpoint/2010/main" val="28094120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archive.nytimes.com</a:t>
            </a:r>
            <a:r>
              <a:rPr lang="en-US" dirty="0"/>
              <a:t>/</a:t>
            </a:r>
            <a:r>
              <a:rPr lang="en-US" dirty="0" err="1"/>
              <a:t>www.nytimes.com</a:t>
            </a:r>
            <a:r>
              <a:rPr lang="en-US" dirty="0"/>
              <a:t>/services/xml/</a:t>
            </a:r>
            <a:r>
              <a:rPr lang="en-US" dirty="0" err="1"/>
              <a:t>rss</a:t>
            </a:r>
            <a:r>
              <a:rPr lang="en-US" dirty="0"/>
              <a:t>/</a:t>
            </a:r>
            <a:r>
              <a:rPr lang="en-US" dirty="0" err="1"/>
              <a:t>index.html?mcubz</a:t>
            </a:r>
            <a:r>
              <a:rPr lang="en-US" dirty="0"/>
              <a:t>=0</a:t>
            </a:r>
          </a:p>
          <a:p>
            <a:endParaRPr lang="en-US" dirty="0"/>
          </a:p>
        </p:txBody>
      </p:sp>
      <p:sp>
        <p:nvSpPr>
          <p:cNvPr id="4" name="Slide Number Placeholder 3"/>
          <p:cNvSpPr>
            <a:spLocks noGrp="1"/>
          </p:cNvSpPr>
          <p:nvPr>
            <p:ph type="sldNum" sz="quarter" idx="5"/>
          </p:nvPr>
        </p:nvSpPr>
        <p:spPr/>
        <p:txBody>
          <a:bodyPr/>
          <a:lstStyle/>
          <a:p>
            <a:fld id="{13C348FD-417E-BC4B-85B9-A87AE63942A8}" type="slidenum">
              <a:rPr lang="en-US" smtClean="0"/>
              <a:pPr/>
              <a:t>26</a:t>
            </a:fld>
            <a:endParaRPr lang="en-US"/>
          </a:p>
        </p:txBody>
      </p:sp>
    </p:spTree>
    <p:extLst>
      <p:ext uri="{BB962C8B-B14F-4D97-AF65-F5344CB8AC3E}">
        <p14:creationId xmlns:p14="http://schemas.microsoft.com/office/powerpoint/2010/main" val="33030538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rss.nytimes.com</a:t>
            </a:r>
            <a:r>
              <a:rPr lang="en-US" dirty="0"/>
              <a:t>/services/xml/</a:t>
            </a:r>
            <a:r>
              <a:rPr lang="en-US" dirty="0" err="1"/>
              <a:t>rss</a:t>
            </a:r>
            <a:r>
              <a:rPr lang="en-US" dirty="0"/>
              <a:t>/</a:t>
            </a:r>
            <a:r>
              <a:rPr lang="en-US" dirty="0" err="1"/>
              <a:t>nyt</a:t>
            </a:r>
            <a:r>
              <a:rPr lang="en-US" dirty="0"/>
              <a:t>/</a:t>
            </a:r>
            <a:r>
              <a:rPr lang="en-US" dirty="0" err="1"/>
              <a:t>Technology.xml</a:t>
            </a:r>
            <a:endParaRPr lang="en-US" dirty="0"/>
          </a:p>
        </p:txBody>
      </p:sp>
      <p:sp>
        <p:nvSpPr>
          <p:cNvPr id="4" name="Slide Number Placeholder 3"/>
          <p:cNvSpPr>
            <a:spLocks noGrp="1"/>
          </p:cNvSpPr>
          <p:nvPr>
            <p:ph type="sldNum" sz="quarter" idx="5"/>
          </p:nvPr>
        </p:nvSpPr>
        <p:spPr/>
        <p:txBody>
          <a:bodyPr/>
          <a:lstStyle/>
          <a:p>
            <a:fld id="{13C348FD-417E-BC4B-85B9-A87AE63942A8}" type="slidenum">
              <a:rPr lang="en-US" smtClean="0"/>
              <a:pPr/>
              <a:t>27</a:t>
            </a:fld>
            <a:endParaRPr lang="en-US"/>
          </a:p>
        </p:txBody>
      </p:sp>
    </p:spTree>
    <p:extLst>
      <p:ext uri="{BB962C8B-B14F-4D97-AF65-F5344CB8AC3E}">
        <p14:creationId xmlns:p14="http://schemas.microsoft.com/office/powerpoint/2010/main" val="6612417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C348FD-417E-BC4B-85B9-A87AE63942A8}" type="slidenum">
              <a:rPr lang="en-US" smtClean="0"/>
              <a:pPr/>
              <a:t>29</a:t>
            </a:fld>
            <a:endParaRPr lang="en-US"/>
          </a:p>
        </p:txBody>
      </p:sp>
    </p:spTree>
    <p:extLst>
      <p:ext uri="{BB962C8B-B14F-4D97-AF65-F5344CB8AC3E}">
        <p14:creationId xmlns:p14="http://schemas.microsoft.com/office/powerpoint/2010/main" val="18308524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1770240" y="1294698"/>
            <a:ext cx="8651520" cy="3153931"/>
          </a:xfrm>
          <a:prstGeom prst="rect">
            <a:avLst/>
          </a:prstGeom>
          <a:ln w="3175">
            <a:solidFill>
              <a:schemeClr val="bg1"/>
            </a:solidFill>
          </a:ln>
          <a:effectLst>
            <a:outerShdw blurRad="63500" sx="100500" sy="100500" algn="ctr" rotWithShape="0">
              <a:prstClr val="black">
                <a:alpha val="50000"/>
              </a:prstClr>
            </a:outerShdw>
          </a:effectLst>
        </p:spPr>
        <p:txBody>
          <a:bodyPr lIns="91430" tIns="45715" rIns="91430" bIns="45715">
            <a:normAutofit/>
          </a:bodyPr>
          <a:lstStyle/>
          <a:p>
            <a:pPr defTabSz="912973">
              <a:lnSpc>
                <a:spcPct val="96000"/>
              </a:lnSpc>
              <a:spcBef>
                <a:spcPts val="1996"/>
              </a:spcBef>
              <a:buClr>
                <a:srgbClr val="6FB7D7"/>
              </a:buClr>
              <a:buSzPct val="110000"/>
              <a:buFont typeface="Wingdings 2" pitchFamily="-109" charset="2"/>
              <a:buNone/>
              <a:defRPr/>
            </a:pPr>
            <a:endParaRPr lang="en-US" sz="3200">
              <a:solidFill>
                <a:srgbClr val="595959"/>
              </a:solidFill>
              <a:latin typeface="Kozuka Gothic Pro M" pitchFamily="34" charset="-128"/>
              <a:ea typeface="Kozuka Gothic Pro M" pitchFamily="34" charset="-128"/>
            </a:endParaRPr>
          </a:p>
        </p:txBody>
      </p:sp>
      <p:sp>
        <p:nvSpPr>
          <p:cNvPr id="2" name="Title 1"/>
          <p:cNvSpPr>
            <a:spLocks noGrp="1"/>
          </p:cNvSpPr>
          <p:nvPr>
            <p:ph type="ctrTitle"/>
          </p:nvPr>
        </p:nvSpPr>
        <p:spPr>
          <a:xfrm>
            <a:off x="1764480" y="1286054"/>
            <a:ext cx="8664211" cy="3179854"/>
          </a:xfrm>
        </p:spPr>
        <p:txBody>
          <a:bodyPr rtlCol="0" anchor="ctr" anchorCtr="0">
            <a:noAutofit/>
          </a:bodyPr>
          <a:lstStyle>
            <a:lvl1pPr marL="0" indent="0" algn="ctr" defTabSz="914305" rtl="0" eaLnBrk="1" latinLnBrk="0" hangingPunct="1">
              <a:spcBef>
                <a:spcPct val="0"/>
              </a:spcBef>
              <a:buClr>
                <a:schemeClr val="accent1">
                  <a:lumMod val="60000"/>
                  <a:lumOff val="40000"/>
                </a:schemeClr>
              </a:buClr>
              <a:buSzPct val="110000"/>
              <a:buFont typeface="Wingdings 2" pitchFamily="18" charset="2"/>
              <a:buNone/>
              <a:defRPr sz="4600" kern="1200">
                <a:solidFill>
                  <a:schemeClr val="accent1"/>
                </a:solidFill>
                <a:latin typeface="Kozuka Gothic Pro M" pitchFamily="34" charset="-128"/>
                <a:ea typeface="Kozuka Gothic Pro M" pitchFamily="34" charset="-128"/>
                <a:cs typeface="+mj-cs"/>
              </a:defRPr>
            </a:lvl1pPr>
          </a:lstStyle>
          <a:p>
            <a:r>
              <a:rPr lang="en-US"/>
              <a:t>Click to edit Master title style</a:t>
            </a:r>
            <a:endParaRPr/>
          </a:p>
        </p:txBody>
      </p:sp>
      <p:sp>
        <p:nvSpPr>
          <p:cNvPr id="3" name="Subtitle 2"/>
          <p:cNvSpPr>
            <a:spLocks noGrp="1"/>
          </p:cNvSpPr>
          <p:nvPr>
            <p:ph type="subTitle" idx="1"/>
          </p:nvPr>
        </p:nvSpPr>
        <p:spPr>
          <a:xfrm>
            <a:off x="1763897" y="4517050"/>
            <a:ext cx="8664212" cy="916641"/>
          </a:xfrm>
        </p:spPr>
        <p:txBody>
          <a:bodyPr rtlCol="0">
            <a:normAutofit/>
          </a:bodyPr>
          <a:lstStyle>
            <a:lvl1pPr marL="0" indent="0" algn="ctr" defTabSz="914305" rtl="0" eaLnBrk="1" latinLnBrk="0" hangingPunct="1">
              <a:spcBef>
                <a:spcPts val="300"/>
              </a:spcBef>
              <a:buClr>
                <a:schemeClr val="accent1">
                  <a:lumMod val="60000"/>
                  <a:lumOff val="40000"/>
                </a:schemeClr>
              </a:buClr>
              <a:buSzPct val="110000"/>
              <a:buFont typeface="Wingdings 2" pitchFamily="18" charset="2"/>
              <a:buNone/>
              <a:defRPr sz="1800" kern="1200">
                <a:solidFill>
                  <a:schemeClr val="tx1">
                    <a:tint val="75000"/>
                  </a:schemeClr>
                </a:solidFill>
                <a:latin typeface="Kozuka Gothic Pro M" pitchFamily="34" charset="-128"/>
                <a:ea typeface="Kozuka Gothic Pro M" pitchFamily="34" charset="-128"/>
                <a:cs typeface="+mn-cs"/>
              </a:defRPr>
            </a:lvl1pPr>
            <a:lvl2pPr marL="457153" indent="0" algn="ctr">
              <a:buNone/>
              <a:defRPr>
                <a:solidFill>
                  <a:schemeClr val="tx1">
                    <a:tint val="75000"/>
                  </a:schemeClr>
                </a:solidFill>
              </a:defRPr>
            </a:lvl2pPr>
            <a:lvl3pPr marL="914305" indent="0" algn="ctr">
              <a:buNone/>
              <a:defRPr>
                <a:solidFill>
                  <a:schemeClr val="tx1">
                    <a:tint val="75000"/>
                  </a:schemeClr>
                </a:solidFill>
              </a:defRPr>
            </a:lvl3pPr>
            <a:lvl4pPr marL="1371458" indent="0" algn="ctr">
              <a:buNone/>
              <a:defRPr>
                <a:solidFill>
                  <a:schemeClr val="tx1">
                    <a:tint val="75000"/>
                  </a:schemeClr>
                </a:solidFill>
              </a:defRPr>
            </a:lvl4pPr>
            <a:lvl5pPr marL="1828610" indent="0" algn="ctr">
              <a:buNone/>
              <a:defRPr>
                <a:solidFill>
                  <a:schemeClr val="tx1">
                    <a:tint val="75000"/>
                  </a:schemeClr>
                </a:solidFill>
              </a:defRPr>
            </a:lvl5pPr>
            <a:lvl6pPr marL="2285763" indent="0" algn="ctr">
              <a:buNone/>
              <a:defRPr>
                <a:solidFill>
                  <a:schemeClr val="tx1">
                    <a:tint val="75000"/>
                  </a:schemeClr>
                </a:solidFill>
              </a:defRPr>
            </a:lvl6pPr>
            <a:lvl7pPr marL="2742915" indent="0" algn="ctr">
              <a:buNone/>
              <a:defRPr>
                <a:solidFill>
                  <a:schemeClr val="tx1">
                    <a:tint val="75000"/>
                  </a:schemeClr>
                </a:solidFill>
              </a:defRPr>
            </a:lvl7pPr>
            <a:lvl8pPr marL="3200068" indent="0" algn="ctr">
              <a:buNone/>
              <a:defRPr>
                <a:solidFill>
                  <a:schemeClr val="tx1">
                    <a:tint val="75000"/>
                  </a:schemeClr>
                </a:solidFill>
              </a:defRPr>
            </a:lvl8pPr>
            <a:lvl9pPr marL="3657220" indent="0" algn="ctr">
              <a:buNone/>
              <a:defRPr>
                <a:solidFill>
                  <a:schemeClr val="tx1">
                    <a:tint val="75000"/>
                  </a:schemeClr>
                </a:solidFill>
              </a:defRPr>
            </a:lvl9pPr>
          </a:lstStyle>
          <a:p>
            <a:r>
              <a:rPr lang="en-US"/>
              <a:t>Click to edit Master subtitle style</a:t>
            </a:r>
            <a:endParaRPr/>
          </a:p>
        </p:txBody>
      </p:sp>
      <p:sp>
        <p:nvSpPr>
          <p:cNvPr id="5" name="Date Placeholder 4"/>
          <p:cNvSpPr>
            <a:spLocks noGrp="1"/>
          </p:cNvSpPr>
          <p:nvPr>
            <p:ph type="dt" sz="half" idx="10"/>
          </p:nvPr>
        </p:nvSpPr>
        <p:spPr/>
        <p:txBody>
          <a:bodyPr/>
          <a:lstStyle/>
          <a:p>
            <a:r>
              <a:rPr lang="en-US"/>
              <a:t>rev 24/9/23</a:t>
            </a:r>
          </a:p>
        </p:txBody>
      </p:sp>
      <p:sp>
        <p:nvSpPr>
          <p:cNvPr id="6" name="Footer Placeholder 5"/>
          <p:cNvSpPr>
            <a:spLocks noGrp="1"/>
          </p:cNvSpPr>
          <p:nvPr>
            <p:ph type="ftr" sz="quarter" idx="11"/>
          </p:nvPr>
        </p:nvSpPr>
        <p:spPr/>
        <p:txBody>
          <a:bodyPr/>
          <a:lstStyle/>
          <a:p>
            <a:r>
              <a:rPr lang="en-US"/>
              <a:t>Intro ITWS</a:t>
            </a:r>
          </a:p>
        </p:txBody>
      </p:sp>
      <p:sp>
        <p:nvSpPr>
          <p:cNvPr id="7" name="Slide Number Placeholder 6"/>
          <p:cNvSpPr>
            <a:spLocks noGrp="1"/>
          </p:cNvSpPr>
          <p:nvPr>
            <p:ph type="sldNum" sz="quarter" idx="12"/>
          </p:nvPr>
        </p:nvSpPr>
        <p:spPr/>
        <p:txBody>
          <a:bodyPr/>
          <a:lstStyle/>
          <a:p>
            <a:fld id="{3FB4D746-536C-5F43-9CDA-58AA2D13BEE1}"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r>
              <a:rPr lang="en-US"/>
              <a:t>rev 24/9/23</a:t>
            </a:r>
          </a:p>
        </p:txBody>
      </p:sp>
      <p:sp>
        <p:nvSpPr>
          <p:cNvPr id="5" name="Footer Placeholder 4"/>
          <p:cNvSpPr>
            <a:spLocks noGrp="1"/>
          </p:cNvSpPr>
          <p:nvPr>
            <p:ph type="ftr" sz="quarter" idx="11"/>
          </p:nvPr>
        </p:nvSpPr>
        <p:spPr/>
        <p:txBody>
          <a:bodyPr/>
          <a:lstStyle/>
          <a:p>
            <a:r>
              <a:rPr lang="en-US"/>
              <a:t>Intro ITWS</a:t>
            </a:r>
          </a:p>
        </p:txBody>
      </p:sp>
      <p:sp>
        <p:nvSpPr>
          <p:cNvPr id="6" name="Slide Number Placeholder 5"/>
          <p:cNvSpPr>
            <a:spLocks noGrp="1"/>
          </p:cNvSpPr>
          <p:nvPr>
            <p:ph type="sldNum" sz="quarter" idx="12"/>
          </p:nvPr>
        </p:nvSpPr>
        <p:spPr/>
        <p:txBody>
          <a:bodyPr/>
          <a:lstStyle/>
          <a:p>
            <a:fld id="{3FB4D746-536C-5F43-9CDA-58AA2D13BEE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484719" y="3352803"/>
            <a:ext cx="11222567" cy="1470025"/>
          </a:xfrm>
        </p:spPr>
        <p:txBody>
          <a:bodyPr/>
          <a:lstStyle/>
          <a:p>
            <a:r>
              <a:rPr lang="en-US"/>
              <a:t>Click to edit Master title style</a:t>
            </a:r>
            <a:endParaRPr/>
          </a:p>
        </p:txBody>
      </p:sp>
      <p:sp>
        <p:nvSpPr>
          <p:cNvPr id="3" name="Subtitle 2"/>
          <p:cNvSpPr>
            <a:spLocks noGrp="1"/>
          </p:cNvSpPr>
          <p:nvPr>
            <p:ph type="subTitle" idx="1"/>
          </p:nvPr>
        </p:nvSpPr>
        <p:spPr>
          <a:xfrm>
            <a:off x="484719" y="4771030"/>
            <a:ext cx="11222567" cy="972671"/>
          </a:xfrm>
        </p:spPr>
        <p:txBody>
          <a:bodyPr>
            <a:normAutofit/>
          </a:bodyPr>
          <a:lstStyle>
            <a:lvl1pPr marL="0" indent="0" algn="ctr">
              <a:spcBef>
                <a:spcPts val="300"/>
              </a:spcBef>
              <a:buNone/>
              <a:defRPr sz="1800">
                <a:solidFill>
                  <a:schemeClr val="tx1">
                    <a:tint val="75000"/>
                  </a:schemeClr>
                </a:solidFill>
              </a:defRPr>
            </a:lvl1pPr>
            <a:lvl2pPr marL="457153" indent="0" algn="ctr">
              <a:buNone/>
              <a:defRPr>
                <a:solidFill>
                  <a:schemeClr val="tx1">
                    <a:tint val="75000"/>
                  </a:schemeClr>
                </a:solidFill>
              </a:defRPr>
            </a:lvl2pPr>
            <a:lvl3pPr marL="914305" indent="0" algn="ctr">
              <a:buNone/>
              <a:defRPr>
                <a:solidFill>
                  <a:schemeClr val="tx1">
                    <a:tint val="75000"/>
                  </a:schemeClr>
                </a:solidFill>
              </a:defRPr>
            </a:lvl3pPr>
            <a:lvl4pPr marL="1371458" indent="0" algn="ctr">
              <a:buNone/>
              <a:defRPr>
                <a:solidFill>
                  <a:schemeClr val="tx1">
                    <a:tint val="75000"/>
                  </a:schemeClr>
                </a:solidFill>
              </a:defRPr>
            </a:lvl4pPr>
            <a:lvl5pPr marL="1828610" indent="0" algn="ctr">
              <a:buNone/>
              <a:defRPr>
                <a:solidFill>
                  <a:schemeClr val="tx1">
                    <a:tint val="75000"/>
                  </a:schemeClr>
                </a:solidFill>
              </a:defRPr>
            </a:lvl5pPr>
            <a:lvl6pPr marL="2285763" indent="0" algn="ctr">
              <a:buNone/>
              <a:defRPr>
                <a:solidFill>
                  <a:schemeClr val="tx1">
                    <a:tint val="75000"/>
                  </a:schemeClr>
                </a:solidFill>
              </a:defRPr>
            </a:lvl6pPr>
            <a:lvl7pPr marL="2742915" indent="0" algn="ctr">
              <a:buNone/>
              <a:defRPr>
                <a:solidFill>
                  <a:schemeClr val="tx1">
                    <a:tint val="75000"/>
                  </a:schemeClr>
                </a:solidFill>
              </a:defRPr>
            </a:lvl7pPr>
            <a:lvl8pPr marL="3200068" indent="0" algn="ctr">
              <a:buNone/>
              <a:defRPr>
                <a:solidFill>
                  <a:schemeClr val="tx1">
                    <a:tint val="75000"/>
                  </a:schemeClr>
                </a:solidFill>
              </a:defRPr>
            </a:lvl8pPr>
            <a:lvl9pPr marL="3657220" indent="0" algn="ctr">
              <a:buNone/>
              <a:defRPr>
                <a:solidFill>
                  <a:schemeClr val="tx1">
                    <a:tint val="75000"/>
                  </a:schemeClr>
                </a:solidFill>
              </a:defRPr>
            </a:lvl9pPr>
          </a:lstStyle>
          <a:p>
            <a:r>
              <a:rPr lang="en-US"/>
              <a:t>Click to edit Master subtitle style</a:t>
            </a:r>
            <a:endParaRPr/>
          </a:p>
        </p:txBody>
      </p:sp>
      <p:sp>
        <p:nvSpPr>
          <p:cNvPr id="9" name="Picture Placeholder 2"/>
          <p:cNvSpPr>
            <a:spLocks noGrp="1"/>
          </p:cNvSpPr>
          <p:nvPr>
            <p:ph type="pic" idx="13"/>
          </p:nvPr>
        </p:nvSpPr>
        <p:spPr>
          <a:xfrm>
            <a:off x="494640" y="363538"/>
            <a:ext cx="11202720" cy="2836862"/>
          </a:xfrm>
          <a:ln w="3175">
            <a:solidFill>
              <a:schemeClr val="bg1"/>
            </a:solidFill>
          </a:ln>
          <a:effectLst>
            <a:outerShdw blurRad="63500" sx="100500" sy="100500" algn="ctr" rotWithShape="0">
              <a:prstClr val="black">
                <a:alpha val="50000"/>
              </a:prstClr>
            </a:outerShdw>
          </a:effectLst>
        </p:spPr>
        <p:txBody>
          <a:bodyPr rtlCol="0">
            <a:normAutofit/>
          </a:bodyPr>
          <a:lstStyle>
            <a:lvl1pPr marL="0" indent="0">
              <a:buNone/>
              <a:defRPr sz="3200"/>
            </a:lvl1pPr>
            <a:lvl2pPr marL="457153" indent="0">
              <a:buNone/>
              <a:defRPr sz="2800"/>
            </a:lvl2pPr>
            <a:lvl3pPr marL="914305" indent="0">
              <a:buNone/>
              <a:defRPr sz="2400"/>
            </a:lvl3pPr>
            <a:lvl4pPr marL="1371458" indent="0">
              <a:buNone/>
              <a:defRPr sz="2000"/>
            </a:lvl4pPr>
            <a:lvl5pPr marL="1828610" indent="0">
              <a:buNone/>
              <a:defRPr sz="2000"/>
            </a:lvl5pPr>
            <a:lvl6pPr marL="2285763" indent="0">
              <a:buNone/>
              <a:defRPr sz="2000"/>
            </a:lvl6pPr>
            <a:lvl7pPr marL="2742915" indent="0">
              <a:buNone/>
              <a:defRPr sz="2000"/>
            </a:lvl7pPr>
            <a:lvl8pPr marL="3200068" indent="0">
              <a:buNone/>
              <a:defRPr sz="2000"/>
            </a:lvl8pPr>
            <a:lvl9pPr marL="3657220" indent="0">
              <a:buNone/>
              <a:defRPr sz="2000"/>
            </a:lvl9pPr>
          </a:lstStyle>
          <a:p>
            <a:pPr lvl="0"/>
            <a:r>
              <a:rPr lang="en-US" noProof="0"/>
              <a:t>Click icon to add picture</a:t>
            </a:r>
            <a:endParaRPr noProof="0"/>
          </a:p>
        </p:txBody>
      </p:sp>
      <p:sp>
        <p:nvSpPr>
          <p:cNvPr id="4" name="Date Placeholder 3"/>
          <p:cNvSpPr>
            <a:spLocks noGrp="1"/>
          </p:cNvSpPr>
          <p:nvPr>
            <p:ph type="dt" sz="half" idx="14"/>
          </p:nvPr>
        </p:nvSpPr>
        <p:spPr/>
        <p:txBody>
          <a:bodyPr/>
          <a:lstStyle/>
          <a:p>
            <a:r>
              <a:rPr lang="en-US"/>
              <a:t>rev 24/9/23</a:t>
            </a:r>
          </a:p>
        </p:txBody>
      </p:sp>
      <p:sp>
        <p:nvSpPr>
          <p:cNvPr id="5" name="Footer Placeholder 4"/>
          <p:cNvSpPr>
            <a:spLocks noGrp="1"/>
          </p:cNvSpPr>
          <p:nvPr>
            <p:ph type="ftr" sz="quarter" idx="15"/>
          </p:nvPr>
        </p:nvSpPr>
        <p:spPr/>
        <p:txBody>
          <a:bodyPr/>
          <a:lstStyle/>
          <a:p>
            <a:r>
              <a:rPr lang="en-US"/>
              <a:t>Intro ITWS</a:t>
            </a:r>
          </a:p>
        </p:txBody>
      </p:sp>
      <p:sp>
        <p:nvSpPr>
          <p:cNvPr id="6" name="Slide Number Placeholder 5"/>
          <p:cNvSpPr>
            <a:spLocks noGrp="1"/>
          </p:cNvSpPr>
          <p:nvPr>
            <p:ph type="sldNum" sz="quarter" idx="16"/>
          </p:nvPr>
        </p:nvSpPr>
        <p:spPr/>
        <p:txBody>
          <a:bodyPr/>
          <a:lstStyle/>
          <a:p>
            <a:fld id="{3FB4D746-536C-5F43-9CDA-58AA2D13BEE1}"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32369" y="2403146"/>
            <a:ext cx="10742084" cy="1362075"/>
          </a:xfrm>
        </p:spPr>
        <p:txBody>
          <a:bodyPr/>
          <a:lstStyle>
            <a:lvl1pPr algn="ct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732369" y="3736006"/>
            <a:ext cx="10742084" cy="1500187"/>
          </a:xfrm>
        </p:spPr>
        <p:txBody>
          <a:bodyPr>
            <a:normAutofit/>
          </a:bodyPr>
          <a:lstStyle>
            <a:lvl1pPr marL="0" indent="0" algn="ctr">
              <a:spcBef>
                <a:spcPts val="300"/>
              </a:spcBef>
              <a:buNone/>
              <a:defRPr sz="1800">
                <a:solidFill>
                  <a:schemeClr val="tx1">
                    <a:tint val="75000"/>
                  </a:schemeClr>
                </a:solidFill>
              </a:defRPr>
            </a:lvl1pPr>
            <a:lvl2pPr marL="457153" indent="0">
              <a:buNone/>
              <a:defRPr sz="1800">
                <a:solidFill>
                  <a:schemeClr val="tx1">
                    <a:tint val="75000"/>
                  </a:schemeClr>
                </a:solidFill>
              </a:defRPr>
            </a:lvl2pPr>
            <a:lvl3pPr marL="914305" indent="0">
              <a:buNone/>
              <a:defRPr sz="1600">
                <a:solidFill>
                  <a:schemeClr val="tx1">
                    <a:tint val="75000"/>
                  </a:schemeClr>
                </a:solidFill>
              </a:defRPr>
            </a:lvl3pPr>
            <a:lvl4pPr marL="1371458" indent="0">
              <a:buNone/>
              <a:defRPr sz="1400">
                <a:solidFill>
                  <a:schemeClr val="tx1">
                    <a:tint val="75000"/>
                  </a:schemeClr>
                </a:solidFill>
              </a:defRPr>
            </a:lvl4pPr>
            <a:lvl5pPr marL="1828610" indent="0">
              <a:buNone/>
              <a:defRPr sz="1400">
                <a:solidFill>
                  <a:schemeClr val="tx1">
                    <a:tint val="75000"/>
                  </a:schemeClr>
                </a:solidFill>
              </a:defRPr>
            </a:lvl5pPr>
            <a:lvl6pPr marL="2285763" indent="0">
              <a:buNone/>
              <a:defRPr sz="1400">
                <a:solidFill>
                  <a:schemeClr val="tx1">
                    <a:tint val="75000"/>
                  </a:schemeClr>
                </a:solidFill>
              </a:defRPr>
            </a:lvl6pPr>
            <a:lvl7pPr marL="2742915" indent="0">
              <a:buNone/>
              <a:defRPr sz="1400">
                <a:solidFill>
                  <a:schemeClr val="tx1">
                    <a:tint val="75000"/>
                  </a:schemeClr>
                </a:solidFill>
              </a:defRPr>
            </a:lvl7pPr>
            <a:lvl8pPr marL="3200068" indent="0">
              <a:buNone/>
              <a:defRPr sz="1400">
                <a:solidFill>
                  <a:schemeClr val="tx1">
                    <a:tint val="75000"/>
                  </a:schemeClr>
                </a:solidFill>
              </a:defRPr>
            </a:lvl8pPr>
            <a:lvl9pPr marL="365722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rev 24/9/23</a:t>
            </a:r>
          </a:p>
        </p:txBody>
      </p:sp>
      <p:sp>
        <p:nvSpPr>
          <p:cNvPr id="5" name="Footer Placeholder 4"/>
          <p:cNvSpPr>
            <a:spLocks noGrp="1"/>
          </p:cNvSpPr>
          <p:nvPr>
            <p:ph type="ftr" sz="quarter" idx="11"/>
          </p:nvPr>
        </p:nvSpPr>
        <p:spPr/>
        <p:txBody>
          <a:bodyPr/>
          <a:lstStyle/>
          <a:p>
            <a:r>
              <a:rPr lang="en-US"/>
              <a:t>Intro ITWS</a:t>
            </a:r>
          </a:p>
        </p:txBody>
      </p:sp>
      <p:sp>
        <p:nvSpPr>
          <p:cNvPr id="6" name="Slide Number Placeholder 5"/>
          <p:cNvSpPr>
            <a:spLocks noGrp="1"/>
          </p:cNvSpPr>
          <p:nvPr>
            <p:ph type="sldNum" sz="quarter" idx="12"/>
          </p:nvPr>
        </p:nvSpPr>
        <p:spPr/>
        <p:txBody>
          <a:bodyPr/>
          <a:lstStyle/>
          <a:p>
            <a:fld id="{3FB4D746-536C-5F43-9CDA-58AA2D13BEE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32367" y="107576"/>
            <a:ext cx="10723035" cy="1336956"/>
          </a:xfrm>
        </p:spPr>
        <p:txBody>
          <a:bodyPr/>
          <a:lstStyle/>
          <a:p>
            <a:r>
              <a:rPr lang="en-US"/>
              <a:t>Click to edit Master title style</a:t>
            </a:r>
            <a:endParaRPr/>
          </a:p>
        </p:txBody>
      </p:sp>
      <p:sp>
        <p:nvSpPr>
          <p:cNvPr id="3" name="Content Placeholder 2"/>
          <p:cNvSpPr>
            <a:spLocks noGrp="1"/>
          </p:cNvSpPr>
          <p:nvPr>
            <p:ph sz="half" idx="1"/>
          </p:nvPr>
        </p:nvSpPr>
        <p:spPr>
          <a:xfrm>
            <a:off x="732367" y="1600201"/>
            <a:ext cx="5120640" cy="4343400"/>
          </a:xfrm>
        </p:spPr>
        <p:txBody>
          <a:bodyPr>
            <a:normAutofit/>
          </a:bodyPr>
          <a:lstStyle>
            <a:lvl1pPr>
              <a:spcBef>
                <a:spcPts val="1600"/>
              </a:spcBef>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334763" y="1600201"/>
            <a:ext cx="5120640" cy="4343400"/>
          </a:xfrm>
        </p:spPr>
        <p:txBody>
          <a:bodyPr>
            <a:normAutofit/>
          </a:bodyPr>
          <a:lstStyle>
            <a:lvl1pPr>
              <a:spcBef>
                <a:spcPts val="1600"/>
              </a:spcBef>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r>
              <a:rPr lang="en-US"/>
              <a:t>rev 24/9/23</a:t>
            </a:r>
          </a:p>
        </p:txBody>
      </p:sp>
      <p:sp>
        <p:nvSpPr>
          <p:cNvPr id="6" name="Footer Placeholder 5"/>
          <p:cNvSpPr>
            <a:spLocks noGrp="1"/>
          </p:cNvSpPr>
          <p:nvPr>
            <p:ph type="ftr" sz="quarter" idx="11"/>
          </p:nvPr>
        </p:nvSpPr>
        <p:spPr/>
        <p:txBody>
          <a:bodyPr/>
          <a:lstStyle/>
          <a:p>
            <a:r>
              <a:rPr lang="en-US"/>
              <a:t>Intro ITWS</a:t>
            </a:r>
          </a:p>
        </p:txBody>
      </p:sp>
      <p:sp>
        <p:nvSpPr>
          <p:cNvPr id="7" name="Slide Number Placeholder 6"/>
          <p:cNvSpPr>
            <a:spLocks noGrp="1"/>
          </p:cNvSpPr>
          <p:nvPr>
            <p:ph type="sldNum" sz="quarter" idx="12"/>
          </p:nvPr>
        </p:nvSpPr>
        <p:spPr/>
        <p:txBody>
          <a:bodyPr/>
          <a:lstStyle/>
          <a:p>
            <a:fld id="{3FB4D746-536C-5F43-9CDA-58AA2D13BEE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32365" y="107576"/>
            <a:ext cx="10723035" cy="1336956"/>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732365" y="1453225"/>
            <a:ext cx="5120640" cy="750887"/>
          </a:xfrm>
        </p:spPr>
        <p:txBody>
          <a:bodyPr anchor="b">
            <a:noAutofit/>
          </a:bodyPr>
          <a:lstStyle>
            <a:lvl1pPr marL="0" indent="0" algn="ctr">
              <a:spcBef>
                <a:spcPts val="0"/>
              </a:spcBef>
              <a:buNone/>
              <a:defRPr sz="2400" b="0">
                <a:solidFill>
                  <a:schemeClr val="accent1">
                    <a:lumMod val="60000"/>
                    <a:lumOff val="40000"/>
                  </a:schemeClr>
                </a:solidFill>
              </a:defRPr>
            </a:lvl1pPr>
            <a:lvl2pPr marL="457153" indent="0">
              <a:buNone/>
              <a:defRPr sz="2000" b="1"/>
            </a:lvl2pPr>
            <a:lvl3pPr marL="914305" indent="0">
              <a:buNone/>
              <a:defRPr sz="1800" b="1"/>
            </a:lvl3pPr>
            <a:lvl4pPr marL="1371458" indent="0">
              <a:buNone/>
              <a:defRPr sz="1600" b="1"/>
            </a:lvl4pPr>
            <a:lvl5pPr marL="1828610" indent="0">
              <a:buNone/>
              <a:defRPr sz="1600" b="1"/>
            </a:lvl5pPr>
            <a:lvl6pPr marL="2285763" indent="0">
              <a:buNone/>
              <a:defRPr sz="1600" b="1"/>
            </a:lvl6pPr>
            <a:lvl7pPr marL="2742915" indent="0">
              <a:buNone/>
              <a:defRPr sz="1600" b="1"/>
            </a:lvl7pPr>
            <a:lvl8pPr marL="3200068" indent="0">
              <a:buNone/>
              <a:defRPr sz="1600" b="1"/>
            </a:lvl8pPr>
            <a:lvl9pPr marL="3657220" indent="0">
              <a:buNone/>
              <a:defRPr sz="1600" b="1"/>
            </a:lvl9pPr>
          </a:lstStyle>
          <a:p>
            <a:pPr lvl="0"/>
            <a:r>
              <a:rPr lang="en-US"/>
              <a:t>Click to edit Master text styles</a:t>
            </a:r>
          </a:p>
        </p:txBody>
      </p:sp>
      <p:sp>
        <p:nvSpPr>
          <p:cNvPr id="4" name="Content Placeholder 3"/>
          <p:cNvSpPr>
            <a:spLocks noGrp="1"/>
          </p:cNvSpPr>
          <p:nvPr>
            <p:ph sz="half" idx="2"/>
          </p:nvPr>
        </p:nvSpPr>
        <p:spPr>
          <a:xfrm>
            <a:off x="732365" y="2347417"/>
            <a:ext cx="5120640" cy="3596185"/>
          </a:xfrm>
        </p:spPr>
        <p:txBody>
          <a:bodyPr>
            <a:normAutofit/>
          </a:bodyPr>
          <a:lstStyle>
            <a:lvl1pPr>
              <a:spcBef>
                <a:spcPts val="1600"/>
              </a:spcBef>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334760" y="1453225"/>
            <a:ext cx="5120640" cy="750887"/>
          </a:xfrm>
        </p:spPr>
        <p:txBody>
          <a:bodyPr anchor="b">
            <a:noAutofit/>
          </a:bodyPr>
          <a:lstStyle>
            <a:lvl1pPr marL="0" indent="0" algn="ctr">
              <a:spcBef>
                <a:spcPts val="0"/>
              </a:spcBef>
              <a:buNone/>
              <a:defRPr sz="2400" b="0">
                <a:solidFill>
                  <a:schemeClr val="accent1">
                    <a:lumMod val="60000"/>
                    <a:lumOff val="40000"/>
                  </a:schemeClr>
                </a:solidFill>
              </a:defRPr>
            </a:lvl1pPr>
            <a:lvl2pPr marL="457153" indent="0">
              <a:buNone/>
              <a:defRPr sz="2000" b="1"/>
            </a:lvl2pPr>
            <a:lvl3pPr marL="914305" indent="0">
              <a:buNone/>
              <a:defRPr sz="1800" b="1"/>
            </a:lvl3pPr>
            <a:lvl4pPr marL="1371458" indent="0">
              <a:buNone/>
              <a:defRPr sz="1600" b="1"/>
            </a:lvl4pPr>
            <a:lvl5pPr marL="1828610" indent="0">
              <a:buNone/>
              <a:defRPr sz="1600" b="1"/>
            </a:lvl5pPr>
            <a:lvl6pPr marL="2285763" indent="0">
              <a:buNone/>
              <a:defRPr sz="1600" b="1"/>
            </a:lvl6pPr>
            <a:lvl7pPr marL="2742915" indent="0">
              <a:buNone/>
              <a:defRPr sz="1600" b="1"/>
            </a:lvl7pPr>
            <a:lvl8pPr marL="3200068" indent="0">
              <a:buNone/>
              <a:defRPr sz="1600" b="1"/>
            </a:lvl8pPr>
            <a:lvl9pPr marL="365722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34760" y="2347417"/>
            <a:ext cx="5120640" cy="3596185"/>
          </a:xfrm>
        </p:spPr>
        <p:txBody>
          <a:bodyPr>
            <a:normAutofit/>
          </a:bodyPr>
          <a:lstStyle>
            <a:lvl1pPr>
              <a:spcBef>
                <a:spcPts val="1600"/>
              </a:spcBef>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r>
              <a:rPr lang="en-US"/>
              <a:t>rev 24/9/23</a:t>
            </a:r>
          </a:p>
        </p:txBody>
      </p:sp>
      <p:sp>
        <p:nvSpPr>
          <p:cNvPr id="8" name="Footer Placeholder 7"/>
          <p:cNvSpPr>
            <a:spLocks noGrp="1"/>
          </p:cNvSpPr>
          <p:nvPr>
            <p:ph type="ftr" sz="quarter" idx="11"/>
          </p:nvPr>
        </p:nvSpPr>
        <p:spPr/>
        <p:txBody>
          <a:bodyPr/>
          <a:lstStyle/>
          <a:p>
            <a:r>
              <a:rPr lang="en-US"/>
              <a:t>Intro ITWS</a:t>
            </a:r>
          </a:p>
        </p:txBody>
      </p:sp>
      <p:sp>
        <p:nvSpPr>
          <p:cNvPr id="9" name="Slide Number Placeholder 8"/>
          <p:cNvSpPr>
            <a:spLocks noGrp="1"/>
          </p:cNvSpPr>
          <p:nvPr>
            <p:ph type="sldNum" sz="quarter" idx="12"/>
          </p:nvPr>
        </p:nvSpPr>
        <p:spPr/>
        <p:txBody>
          <a:bodyPr/>
          <a:lstStyle/>
          <a:p>
            <a:fld id="{3FB4D746-536C-5F43-9CDA-58AA2D13BEE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r>
              <a:rPr lang="en-US"/>
              <a:t>rev 24/9/23</a:t>
            </a:r>
          </a:p>
        </p:txBody>
      </p:sp>
      <p:sp>
        <p:nvSpPr>
          <p:cNvPr id="4" name="Footer Placeholder 3"/>
          <p:cNvSpPr>
            <a:spLocks noGrp="1"/>
          </p:cNvSpPr>
          <p:nvPr>
            <p:ph type="ftr" sz="quarter" idx="11"/>
          </p:nvPr>
        </p:nvSpPr>
        <p:spPr/>
        <p:txBody>
          <a:bodyPr/>
          <a:lstStyle/>
          <a:p>
            <a:r>
              <a:rPr lang="en-US"/>
              <a:t>Intro ITWS</a:t>
            </a:r>
          </a:p>
        </p:txBody>
      </p:sp>
      <p:sp>
        <p:nvSpPr>
          <p:cNvPr id="5" name="Slide Number Placeholder 4"/>
          <p:cNvSpPr>
            <a:spLocks noGrp="1"/>
          </p:cNvSpPr>
          <p:nvPr>
            <p:ph type="sldNum" sz="quarter" idx="12"/>
          </p:nvPr>
        </p:nvSpPr>
        <p:spPr/>
        <p:txBody>
          <a:bodyPr/>
          <a:lstStyle/>
          <a:p>
            <a:fld id="{3FB4D746-536C-5F43-9CDA-58AA2D13BEE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rev 24/9/23</a:t>
            </a:r>
          </a:p>
        </p:txBody>
      </p:sp>
      <p:sp>
        <p:nvSpPr>
          <p:cNvPr id="3" name="Footer Placeholder 2"/>
          <p:cNvSpPr>
            <a:spLocks noGrp="1"/>
          </p:cNvSpPr>
          <p:nvPr>
            <p:ph type="ftr" sz="quarter" idx="11"/>
          </p:nvPr>
        </p:nvSpPr>
        <p:spPr/>
        <p:txBody>
          <a:bodyPr/>
          <a:lstStyle/>
          <a:p>
            <a:r>
              <a:rPr lang="en-US"/>
              <a:t>Intro ITWS</a:t>
            </a:r>
          </a:p>
        </p:txBody>
      </p:sp>
      <p:sp>
        <p:nvSpPr>
          <p:cNvPr id="4" name="Slide Number Placeholder 3"/>
          <p:cNvSpPr>
            <a:spLocks noGrp="1"/>
          </p:cNvSpPr>
          <p:nvPr>
            <p:ph type="sldNum" sz="quarter" idx="12"/>
          </p:nvPr>
        </p:nvSpPr>
        <p:spPr/>
        <p:txBody>
          <a:bodyPr/>
          <a:lstStyle/>
          <a:p>
            <a:fld id="{3FB4D746-536C-5F43-9CDA-58AA2D13BEE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11199" y="611873"/>
            <a:ext cx="5120640" cy="1162050"/>
          </a:xfrm>
        </p:spPr>
        <p:txBody>
          <a:bodyPr/>
          <a:lstStyle>
            <a:lvl1pPr algn="ctr">
              <a:defRPr sz="3600" b="0"/>
            </a:lvl1pPr>
          </a:lstStyle>
          <a:p>
            <a:r>
              <a:rPr lang="en-US"/>
              <a:t>Click to edit Master title style</a:t>
            </a:r>
            <a:endParaRPr/>
          </a:p>
        </p:txBody>
      </p:sp>
      <p:sp>
        <p:nvSpPr>
          <p:cNvPr id="3" name="Content Placeholder 2"/>
          <p:cNvSpPr>
            <a:spLocks noGrp="1"/>
          </p:cNvSpPr>
          <p:nvPr>
            <p:ph idx="1"/>
          </p:nvPr>
        </p:nvSpPr>
        <p:spPr>
          <a:xfrm>
            <a:off x="6323767" y="368300"/>
            <a:ext cx="5120640" cy="5575300"/>
          </a:xfrm>
        </p:spPr>
        <p:txBody>
          <a:bodyPr>
            <a:normAutofit/>
          </a:bodyPr>
          <a:lstStyle>
            <a:lvl1pPr>
              <a:spcBef>
                <a:spcPts val="2000"/>
              </a:spcBef>
              <a:defRPr sz="2200"/>
            </a:lvl1pPr>
            <a:lvl2pPr>
              <a:defRPr sz="20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11199" y="1787856"/>
            <a:ext cx="5120640" cy="3720152"/>
          </a:xfrm>
        </p:spPr>
        <p:txBody>
          <a:bodyPr>
            <a:normAutofit/>
          </a:bodyPr>
          <a:lstStyle>
            <a:lvl1pPr marL="0" indent="0" algn="ctr">
              <a:buNone/>
              <a:defRPr sz="1800"/>
            </a:lvl1pPr>
            <a:lvl2pPr marL="457153" indent="0">
              <a:buNone/>
              <a:defRPr sz="1200"/>
            </a:lvl2pPr>
            <a:lvl3pPr marL="914305" indent="0">
              <a:buNone/>
              <a:defRPr sz="1000"/>
            </a:lvl3pPr>
            <a:lvl4pPr marL="1371458" indent="0">
              <a:buNone/>
              <a:defRPr sz="900"/>
            </a:lvl4pPr>
            <a:lvl5pPr marL="1828610" indent="0">
              <a:buNone/>
              <a:defRPr sz="900"/>
            </a:lvl5pPr>
            <a:lvl6pPr marL="2285763" indent="0">
              <a:buNone/>
              <a:defRPr sz="900"/>
            </a:lvl6pPr>
            <a:lvl7pPr marL="2742915" indent="0">
              <a:buNone/>
              <a:defRPr sz="900"/>
            </a:lvl7pPr>
            <a:lvl8pPr marL="3200068" indent="0">
              <a:buNone/>
              <a:defRPr sz="900"/>
            </a:lvl8pPr>
            <a:lvl9pPr marL="365722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rev 24/9/23</a:t>
            </a:r>
          </a:p>
        </p:txBody>
      </p:sp>
      <p:sp>
        <p:nvSpPr>
          <p:cNvPr id="6" name="Footer Placeholder 5"/>
          <p:cNvSpPr>
            <a:spLocks noGrp="1"/>
          </p:cNvSpPr>
          <p:nvPr>
            <p:ph type="ftr" sz="quarter" idx="11"/>
          </p:nvPr>
        </p:nvSpPr>
        <p:spPr/>
        <p:txBody>
          <a:bodyPr/>
          <a:lstStyle/>
          <a:p>
            <a:r>
              <a:rPr lang="en-US"/>
              <a:t>Intro ITWS</a:t>
            </a:r>
          </a:p>
        </p:txBody>
      </p:sp>
      <p:sp>
        <p:nvSpPr>
          <p:cNvPr id="7" name="Slide Number Placeholder 6"/>
          <p:cNvSpPr>
            <a:spLocks noGrp="1"/>
          </p:cNvSpPr>
          <p:nvPr>
            <p:ph type="sldNum" sz="quarter" idx="12"/>
          </p:nvPr>
        </p:nvSpPr>
        <p:spPr/>
        <p:txBody>
          <a:bodyPr/>
          <a:lstStyle/>
          <a:p>
            <a:fld id="{3FB4D746-536C-5F43-9CDA-58AA2D13BEE1}"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11200" y="611873"/>
            <a:ext cx="5439393" cy="1162050"/>
          </a:xfrm>
        </p:spPr>
        <p:txBody>
          <a:bodyPr/>
          <a:lstStyle>
            <a:lvl1pPr algn="ctr">
              <a:defRPr sz="3600" b="0"/>
            </a:lvl1pPr>
          </a:lstStyle>
          <a:p>
            <a:r>
              <a:rPr lang="en-US"/>
              <a:t>Click to edit Master title style</a:t>
            </a:r>
            <a:endParaRPr/>
          </a:p>
        </p:txBody>
      </p:sp>
      <p:sp>
        <p:nvSpPr>
          <p:cNvPr id="4" name="Text Placeholder 3"/>
          <p:cNvSpPr>
            <a:spLocks noGrp="1"/>
          </p:cNvSpPr>
          <p:nvPr>
            <p:ph type="body" sz="half" idx="2"/>
          </p:nvPr>
        </p:nvSpPr>
        <p:spPr>
          <a:xfrm>
            <a:off x="711200" y="1787856"/>
            <a:ext cx="5439393" cy="3720152"/>
          </a:xfrm>
        </p:spPr>
        <p:txBody>
          <a:bodyPr>
            <a:normAutofit/>
          </a:bodyPr>
          <a:lstStyle>
            <a:lvl1pPr marL="0" indent="0" algn="ctr">
              <a:buNone/>
              <a:defRPr sz="1800"/>
            </a:lvl1pPr>
            <a:lvl2pPr marL="457153" indent="0">
              <a:buNone/>
              <a:defRPr sz="1200"/>
            </a:lvl2pPr>
            <a:lvl3pPr marL="914305" indent="0">
              <a:buNone/>
              <a:defRPr sz="1000"/>
            </a:lvl3pPr>
            <a:lvl4pPr marL="1371458" indent="0">
              <a:buNone/>
              <a:defRPr sz="900"/>
            </a:lvl4pPr>
            <a:lvl5pPr marL="1828610" indent="0">
              <a:buNone/>
              <a:defRPr sz="900"/>
            </a:lvl5pPr>
            <a:lvl6pPr marL="2285763" indent="0">
              <a:buNone/>
              <a:defRPr sz="900"/>
            </a:lvl6pPr>
            <a:lvl7pPr marL="2742915" indent="0">
              <a:buNone/>
              <a:defRPr sz="900"/>
            </a:lvl7pPr>
            <a:lvl8pPr marL="3200068" indent="0">
              <a:buNone/>
              <a:defRPr sz="900"/>
            </a:lvl8pPr>
            <a:lvl9pPr marL="3657220" indent="0">
              <a:buNone/>
              <a:defRPr sz="900"/>
            </a:lvl9pPr>
          </a:lstStyle>
          <a:p>
            <a:pPr lvl="0"/>
            <a:r>
              <a:rPr lang="en-US"/>
              <a:t>Click to edit Master text styles</a:t>
            </a:r>
          </a:p>
        </p:txBody>
      </p:sp>
      <p:sp>
        <p:nvSpPr>
          <p:cNvPr id="8" name="Picture Placeholder 2"/>
          <p:cNvSpPr>
            <a:spLocks noGrp="1"/>
          </p:cNvSpPr>
          <p:nvPr>
            <p:ph type="pic" idx="1"/>
          </p:nvPr>
        </p:nvSpPr>
        <p:spPr>
          <a:xfrm>
            <a:off x="6787489" y="359394"/>
            <a:ext cx="4876800" cy="5318077"/>
          </a:xfrm>
          <a:ln w="3175">
            <a:solidFill>
              <a:schemeClr val="bg1"/>
            </a:solidFill>
          </a:ln>
          <a:effectLst>
            <a:outerShdw blurRad="63500" sx="100500" sy="100500" algn="ctr" rotWithShape="0">
              <a:prstClr val="black">
                <a:alpha val="50000"/>
              </a:prstClr>
            </a:outerShdw>
          </a:effectLst>
        </p:spPr>
        <p:txBody>
          <a:bodyPr rtlCol="0">
            <a:normAutofit/>
          </a:bodyPr>
          <a:lstStyle>
            <a:lvl1pPr marL="0" indent="0" algn="l" defTabSz="914305" rtl="0" eaLnBrk="1" latinLnBrk="0" hangingPunct="1">
              <a:spcBef>
                <a:spcPts val="2000"/>
              </a:spcBef>
              <a:buClr>
                <a:schemeClr val="accent1">
                  <a:lumMod val="60000"/>
                  <a:lumOff val="40000"/>
                </a:schemeClr>
              </a:buClr>
              <a:buSzPct val="110000"/>
              <a:buFont typeface="Wingdings 2" pitchFamily="18" charset="2"/>
              <a:buNone/>
              <a:defRPr sz="3200" kern="1200">
                <a:solidFill>
                  <a:schemeClr val="tx1">
                    <a:lumMod val="65000"/>
                    <a:lumOff val="35000"/>
                  </a:schemeClr>
                </a:solidFill>
                <a:latin typeface="+mn-lt"/>
                <a:ea typeface="+mn-ea"/>
                <a:cs typeface="+mn-cs"/>
              </a:defRPr>
            </a:lvl1pPr>
            <a:lvl2pPr marL="457153" indent="0">
              <a:buNone/>
              <a:defRPr sz="2800"/>
            </a:lvl2pPr>
            <a:lvl3pPr marL="914305" indent="0">
              <a:buNone/>
              <a:defRPr sz="2400"/>
            </a:lvl3pPr>
            <a:lvl4pPr marL="1371458" indent="0">
              <a:buNone/>
              <a:defRPr sz="2000"/>
            </a:lvl4pPr>
            <a:lvl5pPr marL="1828610" indent="0">
              <a:buNone/>
              <a:defRPr sz="2000"/>
            </a:lvl5pPr>
            <a:lvl6pPr marL="2285763" indent="0">
              <a:buNone/>
              <a:defRPr sz="2000"/>
            </a:lvl6pPr>
            <a:lvl7pPr marL="2742915" indent="0">
              <a:buNone/>
              <a:defRPr sz="2000"/>
            </a:lvl7pPr>
            <a:lvl8pPr marL="3200068" indent="0">
              <a:buNone/>
              <a:defRPr sz="2000"/>
            </a:lvl8pPr>
            <a:lvl9pPr marL="3657220" indent="0">
              <a:buNone/>
              <a:defRPr sz="2000"/>
            </a:lvl9pPr>
          </a:lstStyle>
          <a:p>
            <a:pPr lvl="0"/>
            <a:r>
              <a:rPr lang="en-US" noProof="0"/>
              <a:t>Click icon to add picture</a:t>
            </a:r>
            <a:endParaRPr noProof="0"/>
          </a:p>
        </p:txBody>
      </p:sp>
      <p:sp>
        <p:nvSpPr>
          <p:cNvPr id="3" name="Date Placeholder 2"/>
          <p:cNvSpPr>
            <a:spLocks noGrp="1"/>
          </p:cNvSpPr>
          <p:nvPr>
            <p:ph type="dt" sz="half" idx="10"/>
          </p:nvPr>
        </p:nvSpPr>
        <p:spPr/>
        <p:txBody>
          <a:bodyPr/>
          <a:lstStyle/>
          <a:p>
            <a:r>
              <a:rPr lang="en-US"/>
              <a:t>rev 24/9/23</a:t>
            </a:r>
          </a:p>
        </p:txBody>
      </p:sp>
      <p:sp>
        <p:nvSpPr>
          <p:cNvPr id="5" name="Footer Placeholder 4"/>
          <p:cNvSpPr>
            <a:spLocks noGrp="1"/>
          </p:cNvSpPr>
          <p:nvPr>
            <p:ph type="ftr" sz="quarter" idx="11"/>
          </p:nvPr>
        </p:nvSpPr>
        <p:spPr/>
        <p:txBody>
          <a:bodyPr/>
          <a:lstStyle/>
          <a:p>
            <a:r>
              <a:rPr lang="en-US"/>
              <a:t>Intro ITWS</a:t>
            </a:r>
          </a:p>
        </p:txBody>
      </p:sp>
      <p:sp>
        <p:nvSpPr>
          <p:cNvPr id="6" name="Slide Number Placeholder 5"/>
          <p:cNvSpPr>
            <a:spLocks noGrp="1"/>
          </p:cNvSpPr>
          <p:nvPr>
            <p:ph type="sldNum" sz="quarter" idx="12"/>
          </p:nvPr>
        </p:nvSpPr>
        <p:spPr/>
        <p:txBody>
          <a:bodyPr/>
          <a:lstStyle/>
          <a:p>
            <a:fld id="{3FB4D746-536C-5F43-9CDA-58AA2D13BEE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r>
              <a:rPr lang="en-US"/>
              <a:t>rev 24/9/23</a:t>
            </a:r>
          </a:p>
        </p:txBody>
      </p:sp>
      <p:sp>
        <p:nvSpPr>
          <p:cNvPr id="5" name="Footer Placeholder 4"/>
          <p:cNvSpPr>
            <a:spLocks noGrp="1"/>
          </p:cNvSpPr>
          <p:nvPr>
            <p:ph type="ftr" sz="quarter" idx="11"/>
          </p:nvPr>
        </p:nvSpPr>
        <p:spPr/>
        <p:txBody>
          <a:bodyPr/>
          <a:lstStyle/>
          <a:p>
            <a:r>
              <a:rPr lang="en-US"/>
              <a:t>Intro ITWS</a:t>
            </a:r>
          </a:p>
        </p:txBody>
      </p:sp>
      <p:sp>
        <p:nvSpPr>
          <p:cNvPr id="6" name="Slide Number Placeholder 5"/>
          <p:cNvSpPr>
            <a:spLocks noGrp="1"/>
          </p:cNvSpPr>
          <p:nvPr>
            <p:ph type="sldNum" sz="quarter" idx="12"/>
          </p:nvPr>
        </p:nvSpPr>
        <p:spPr/>
        <p:txBody>
          <a:bodyPr/>
          <a:lstStyle/>
          <a:p>
            <a:fld id="{3FB4D746-536C-5F43-9CDA-58AA2D13BEE1}"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26389" y="368301"/>
            <a:ext cx="2032000" cy="55753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732365" y="368301"/>
            <a:ext cx="8919635" cy="5575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r>
              <a:rPr lang="en-US"/>
              <a:t>rev 24/9/23</a:t>
            </a:r>
          </a:p>
        </p:txBody>
      </p:sp>
      <p:sp>
        <p:nvSpPr>
          <p:cNvPr id="5" name="Footer Placeholder 4"/>
          <p:cNvSpPr>
            <a:spLocks noGrp="1"/>
          </p:cNvSpPr>
          <p:nvPr>
            <p:ph type="ftr" sz="quarter" idx="11"/>
          </p:nvPr>
        </p:nvSpPr>
        <p:spPr/>
        <p:txBody>
          <a:bodyPr/>
          <a:lstStyle/>
          <a:p>
            <a:r>
              <a:rPr lang="en-US"/>
              <a:t>Intro ITWS</a:t>
            </a:r>
          </a:p>
        </p:txBody>
      </p:sp>
      <p:sp>
        <p:nvSpPr>
          <p:cNvPr id="6" name="Slide Number Placeholder 5"/>
          <p:cNvSpPr>
            <a:spLocks noGrp="1"/>
          </p:cNvSpPr>
          <p:nvPr>
            <p:ph type="sldNum" sz="quarter" idx="12"/>
          </p:nvPr>
        </p:nvSpPr>
        <p:spPr/>
        <p:txBody>
          <a:bodyPr/>
          <a:lstStyle/>
          <a:p>
            <a:fld id="{3FB4D746-536C-5F43-9CDA-58AA2D13BEE1}"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08641" y="273629"/>
            <a:ext cx="10970880" cy="1143480"/>
          </a:xfrm>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rev 24/9/23</a:t>
            </a:r>
          </a:p>
        </p:txBody>
      </p:sp>
      <p:sp>
        <p:nvSpPr>
          <p:cNvPr id="4" name="Footer Placeholder 3"/>
          <p:cNvSpPr>
            <a:spLocks noGrp="1"/>
          </p:cNvSpPr>
          <p:nvPr>
            <p:ph type="ftr" sz="quarter" idx="11"/>
          </p:nvPr>
        </p:nvSpPr>
        <p:spPr/>
        <p:txBody>
          <a:bodyPr/>
          <a:lstStyle/>
          <a:p>
            <a:r>
              <a:rPr lang="en-US"/>
              <a:t>Intro ITWS</a:t>
            </a:r>
          </a:p>
        </p:txBody>
      </p:sp>
      <p:sp>
        <p:nvSpPr>
          <p:cNvPr id="5" name="Slide Number Placeholder 4"/>
          <p:cNvSpPr>
            <a:spLocks noGrp="1"/>
          </p:cNvSpPr>
          <p:nvPr>
            <p:ph type="sldNum" sz="quarter" idx="12"/>
          </p:nvPr>
        </p:nvSpPr>
        <p:spPr/>
        <p:txBody>
          <a:bodyPr/>
          <a:lstStyle/>
          <a:p>
            <a:fld id="{3FB4D746-536C-5F43-9CDA-58AA2D13BEE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731521" y="108012"/>
            <a:ext cx="10723200" cy="1336460"/>
          </a:xfrm>
          <a:prstGeom prst="rect">
            <a:avLst/>
          </a:prstGeom>
          <a:noFill/>
          <a:ln w="9525">
            <a:noFill/>
            <a:miter lim="800000"/>
            <a:headEnd/>
            <a:tailEnd/>
          </a:ln>
        </p:spPr>
        <p:txBody>
          <a:bodyPr vert="horz" wrap="square" lIns="91430" tIns="45715" rIns="91430" bIns="45715" numCol="1" anchor="b" anchorCtr="0" compatLnSpc="1">
            <a:prstTxWarp prst="textNoShape">
              <a:avLst/>
            </a:prstTxWarp>
          </a:bodyPr>
          <a:lstStyle/>
          <a:p>
            <a:pPr lvl="0"/>
            <a:r>
              <a:rPr lang="en-US"/>
              <a:t>Click to edit Master title style</a:t>
            </a:r>
          </a:p>
        </p:txBody>
      </p:sp>
      <p:sp>
        <p:nvSpPr>
          <p:cNvPr id="3075" name="Text Placeholder 2"/>
          <p:cNvSpPr>
            <a:spLocks noGrp="1"/>
          </p:cNvSpPr>
          <p:nvPr>
            <p:ph type="body" idx="1"/>
          </p:nvPr>
        </p:nvSpPr>
        <p:spPr bwMode="auto">
          <a:xfrm>
            <a:off x="731521" y="1600008"/>
            <a:ext cx="10723200" cy="4343496"/>
          </a:xfrm>
          <a:prstGeom prst="rect">
            <a:avLst/>
          </a:prstGeom>
          <a:noFill/>
          <a:ln w="9525">
            <a:noFill/>
            <a:miter lim="800000"/>
            <a:headEnd/>
            <a:tailEnd/>
          </a:ln>
        </p:spPr>
        <p:txBody>
          <a:bodyPr vert="horz" wrap="square" lIns="91430" tIns="45715" rIns="91430" bIns="4571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Box 6"/>
          <p:cNvSpPr txBox="1"/>
          <p:nvPr/>
        </p:nvSpPr>
        <p:spPr>
          <a:xfrm>
            <a:off x="372379" y="6332346"/>
            <a:ext cx="6451200" cy="251288"/>
          </a:xfrm>
          <a:prstGeom prst="rect">
            <a:avLst/>
          </a:prstGeom>
          <a:noFill/>
        </p:spPr>
        <p:txBody>
          <a:bodyPr wrap="square" lIns="82945" tIns="41473" rIns="82945" bIns="41473" rtlCol="0">
            <a:spAutoFit/>
          </a:bodyPr>
          <a:lstStyle/>
          <a:p>
            <a:pPr marL="0" marR="0" indent="0" algn="l" defTabSz="414726" rtl="0" eaLnBrk="1" fontAlgn="base" latinLnBrk="0" hangingPunct="1">
              <a:lnSpc>
                <a:spcPct val="100000"/>
              </a:lnSpc>
              <a:spcBef>
                <a:spcPct val="0"/>
              </a:spcBef>
              <a:spcAft>
                <a:spcPct val="0"/>
              </a:spcAft>
              <a:buClrTx/>
              <a:buSzTx/>
              <a:buFontTx/>
              <a:buNone/>
              <a:tabLst/>
              <a:defRPr/>
            </a:pPr>
            <a:r>
              <a:rPr lang="en-GB" sz="1100" dirty="0">
                <a:solidFill>
                  <a:schemeClr val="bg1"/>
                </a:solidFill>
              </a:rPr>
              <a:t>Intro to IT </a:t>
            </a:r>
            <a:r>
              <a:rPr lang="en-GB" sz="1100">
                <a:solidFill>
                  <a:schemeClr val="bg1"/>
                </a:solidFill>
              </a:rPr>
              <a:t>– Building a Website</a:t>
            </a:r>
            <a:endParaRPr lang="en-US" sz="1100" dirty="0">
              <a:solidFill>
                <a:schemeClr val="bg1"/>
              </a:solidFill>
            </a:endParaRPr>
          </a:p>
        </p:txBody>
      </p:sp>
      <p:sp>
        <p:nvSpPr>
          <p:cNvPr id="8" name="TextBox 7"/>
          <p:cNvSpPr txBox="1"/>
          <p:nvPr/>
        </p:nvSpPr>
        <p:spPr>
          <a:xfrm>
            <a:off x="8501861" y="6325069"/>
            <a:ext cx="1833499" cy="251288"/>
          </a:xfrm>
          <a:prstGeom prst="rect">
            <a:avLst/>
          </a:prstGeom>
          <a:noFill/>
        </p:spPr>
        <p:txBody>
          <a:bodyPr wrap="square" lIns="82945" tIns="41473" rIns="82945" bIns="41473" rtlCol="0">
            <a:spAutoFit/>
          </a:bodyPr>
          <a:lstStyle/>
          <a:p>
            <a:pPr marL="0" marR="0" indent="0" algn="r" defTabSz="414726" rtl="0" eaLnBrk="1" fontAlgn="base" latinLnBrk="0" hangingPunct="1">
              <a:lnSpc>
                <a:spcPct val="100000"/>
              </a:lnSpc>
              <a:spcBef>
                <a:spcPct val="0"/>
              </a:spcBef>
              <a:spcAft>
                <a:spcPct val="0"/>
              </a:spcAft>
              <a:buClrTx/>
              <a:buSzTx/>
              <a:buFontTx/>
              <a:buNone/>
              <a:tabLst/>
              <a:defRPr/>
            </a:pPr>
            <a:r>
              <a:rPr lang="en-GB" sz="1100">
                <a:solidFill>
                  <a:schemeClr val="bg1"/>
                </a:solidFill>
              </a:rPr>
              <a:t>2011-09-29</a:t>
            </a:r>
            <a:endParaRPr lang="en-US" sz="1100" dirty="0">
              <a:solidFill>
                <a:schemeClr val="bg1"/>
              </a:solidFill>
            </a:endParaRPr>
          </a:p>
        </p:txBody>
      </p:sp>
      <p:sp>
        <p:nvSpPr>
          <p:cNvPr id="9" name="TextBox 8"/>
          <p:cNvSpPr txBox="1"/>
          <p:nvPr/>
        </p:nvSpPr>
        <p:spPr>
          <a:xfrm>
            <a:off x="10519680" y="6328460"/>
            <a:ext cx="1290240" cy="251288"/>
          </a:xfrm>
          <a:prstGeom prst="rect">
            <a:avLst/>
          </a:prstGeom>
          <a:noFill/>
        </p:spPr>
        <p:txBody>
          <a:bodyPr wrap="square" lIns="82945" tIns="41473" rIns="82945" bIns="41473" rtlCol="0">
            <a:spAutoFit/>
          </a:bodyPr>
          <a:lstStyle/>
          <a:p>
            <a:pPr marL="0" marR="0" indent="0" algn="r" defTabSz="414726" rtl="0" eaLnBrk="1" fontAlgn="base" latinLnBrk="0" hangingPunct="1">
              <a:lnSpc>
                <a:spcPct val="100000"/>
              </a:lnSpc>
              <a:spcBef>
                <a:spcPct val="0"/>
              </a:spcBef>
              <a:spcAft>
                <a:spcPct val="0"/>
              </a:spcAft>
              <a:buClrTx/>
              <a:buSzTx/>
              <a:buFontTx/>
              <a:buNone/>
              <a:tabLst/>
              <a:defRPr/>
            </a:pPr>
            <a:fld id="{9B18C7E6-C3BD-49B5-A2FD-A3D0A1B3F1A5}" type="slidenum">
              <a:rPr lang="en-US" sz="1100" smtClean="0">
                <a:solidFill>
                  <a:schemeClr val="bg1"/>
                </a:solidFill>
              </a:rPr>
              <a:pPr marL="0" marR="0" indent="0" algn="r" defTabSz="414726" rtl="0" eaLnBrk="1" fontAlgn="base" latinLnBrk="0" hangingPunct="1">
                <a:lnSpc>
                  <a:spcPct val="100000"/>
                </a:lnSpc>
                <a:spcBef>
                  <a:spcPct val="0"/>
                </a:spcBef>
                <a:spcAft>
                  <a:spcPct val="0"/>
                </a:spcAft>
                <a:buClrTx/>
                <a:buSzTx/>
                <a:buFontTx/>
                <a:buNone/>
                <a:tabLst/>
                <a:defRPr/>
              </a:pPr>
              <a:t>‹#›</a:t>
            </a:fld>
            <a:endParaRPr lang="en-US" sz="1100" dirty="0">
              <a:solidFill>
                <a:schemeClr val="bg1"/>
              </a:solidFill>
            </a:endParaRPr>
          </a:p>
        </p:txBody>
      </p:sp>
      <p:sp>
        <p:nvSpPr>
          <p:cNvPr id="2" name="Date Placeholder 1"/>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rev 24/9/23</a:t>
            </a:r>
          </a:p>
        </p:txBody>
      </p:sp>
      <p:sp>
        <p:nvSpPr>
          <p:cNvPr id="3" name="Footer Placeholder 2"/>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Intro ITWS</a:t>
            </a:r>
          </a:p>
        </p:txBody>
      </p:sp>
      <p:sp>
        <p:nvSpPr>
          <p:cNvPr id="4" name="Slide Number Placeholder 3"/>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B4D746-536C-5F43-9CDA-58AA2D13BEE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Lst>
  <p:hf hdr="0"/>
  <p:txStyles>
    <p:titleStyle>
      <a:lvl1pPr algn="ctr" defTabSz="912973" rtl="0" eaLnBrk="1" fontAlgn="base" hangingPunct="1">
        <a:spcBef>
          <a:spcPct val="0"/>
        </a:spcBef>
        <a:spcAft>
          <a:spcPct val="0"/>
        </a:spcAft>
        <a:defRPr sz="4600" kern="1200">
          <a:solidFill>
            <a:schemeClr val="accent1"/>
          </a:solidFill>
          <a:latin typeface="Kozuka Gothic Pro M" pitchFamily="34" charset="-128"/>
          <a:ea typeface="Kozuka Gothic Pro M" pitchFamily="34" charset="-128"/>
          <a:cs typeface="Kozuka Gothic Pro M" pitchFamily="34" charset="-128"/>
        </a:defRPr>
      </a:lvl1pPr>
      <a:lvl2pPr algn="ctr" defTabSz="912973" rtl="0" eaLnBrk="1" fontAlgn="base" hangingPunct="1">
        <a:spcBef>
          <a:spcPct val="0"/>
        </a:spcBef>
        <a:spcAft>
          <a:spcPct val="0"/>
        </a:spcAft>
        <a:defRPr sz="4600">
          <a:solidFill>
            <a:schemeClr val="accent1"/>
          </a:solidFill>
          <a:latin typeface="News Gothic MT" pitchFamily="-109" charset="0"/>
          <a:ea typeface="ＭＳ Ｐゴシック" pitchFamily="-109" charset="-128"/>
          <a:cs typeface="ＭＳ Ｐゴシック" pitchFamily="-109" charset="-128"/>
        </a:defRPr>
      </a:lvl2pPr>
      <a:lvl3pPr algn="ctr" defTabSz="912973" rtl="0" eaLnBrk="1" fontAlgn="base" hangingPunct="1">
        <a:spcBef>
          <a:spcPct val="0"/>
        </a:spcBef>
        <a:spcAft>
          <a:spcPct val="0"/>
        </a:spcAft>
        <a:defRPr sz="4600">
          <a:solidFill>
            <a:schemeClr val="accent1"/>
          </a:solidFill>
          <a:latin typeface="News Gothic MT" pitchFamily="-109" charset="0"/>
          <a:ea typeface="ＭＳ Ｐゴシック" pitchFamily="-109" charset="-128"/>
          <a:cs typeface="ＭＳ Ｐゴシック" pitchFamily="-109" charset="-128"/>
        </a:defRPr>
      </a:lvl3pPr>
      <a:lvl4pPr algn="ctr" defTabSz="912973" rtl="0" eaLnBrk="1" fontAlgn="base" hangingPunct="1">
        <a:spcBef>
          <a:spcPct val="0"/>
        </a:spcBef>
        <a:spcAft>
          <a:spcPct val="0"/>
        </a:spcAft>
        <a:defRPr sz="4600">
          <a:solidFill>
            <a:schemeClr val="accent1"/>
          </a:solidFill>
          <a:latin typeface="News Gothic MT" pitchFamily="-109" charset="0"/>
          <a:ea typeface="ＭＳ Ｐゴシック" pitchFamily="-109" charset="-128"/>
          <a:cs typeface="ＭＳ Ｐゴシック" pitchFamily="-109" charset="-128"/>
        </a:defRPr>
      </a:lvl4pPr>
      <a:lvl5pPr algn="ctr" defTabSz="912973" rtl="0" eaLnBrk="1" fontAlgn="base" hangingPunct="1">
        <a:spcBef>
          <a:spcPct val="0"/>
        </a:spcBef>
        <a:spcAft>
          <a:spcPct val="0"/>
        </a:spcAft>
        <a:defRPr sz="4600">
          <a:solidFill>
            <a:schemeClr val="accent1"/>
          </a:solidFill>
          <a:latin typeface="News Gothic MT" pitchFamily="-109" charset="0"/>
          <a:ea typeface="ＭＳ Ｐゴシック" pitchFamily="-109" charset="-128"/>
          <a:cs typeface="ＭＳ Ｐゴシック" pitchFamily="-109" charset="-128"/>
        </a:defRPr>
      </a:lvl5pPr>
      <a:lvl6pPr marL="414726" algn="ctr" defTabSz="912973" rtl="0" eaLnBrk="1" fontAlgn="base" hangingPunct="1">
        <a:spcBef>
          <a:spcPct val="0"/>
        </a:spcBef>
        <a:spcAft>
          <a:spcPct val="0"/>
        </a:spcAft>
        <a:defRPr sz="4600">
          <a:solidFill>
            <a:schemeClr val="accent1"/>
          </a:solidFill>
          <a:latin typeface="News Gothic MT" pitchFamily="-109" charset="0"/>
          <a:ea typeface="ＭＳ Ｐゴシック" pitchFamily="-109" charset="-128"/>
          <a:cs typeface="ＭＳ Ｐゴシック" pitchFamily="-109" charset="-128"/>
        </a:defRPr>
      </a:lvl6pPr>
      <a:lvl7pPr marL="829452" algn="ctr" defTabSz="912973" rtl="0" eaLnBrk="1" fontAlgn="base" hangingPunct="1">
        <a:spcBef>
          <a:spcPct val="0"/>
        </a:spcBef>
        <a:spcAft>
          <a:spcPct val="0"/>
        </a:spcAft>
        <a:defRPr sz="4600">
          <a:solidFill>
            <a:schemeClr val="accent1"/>
          </a:solidFill>
          <a:latin typeface="News Gothic MT" pitchFamily="-109" charset="0"/>
          <a:ea typeface="ＭＳ Ｐゴシック" pitchFamily="-109" charset="-128"/>
          <a:cs typeface="ＭＳ Ｐゴシック" pitchFamily="-109" charset="-128"/>
        </a:defRPr>
      </a:lvl7pPr>
      <a:lvl8pPr marL="1244178" algn="ctr" defTabSz="912973" rtl="0" eaLnBrk="1" fontAlgn="base" hangingPunct="1">
        <a:spcBef>
          <a:spcPct val="0"/>
        </a:spcBef>
        <a:spcAft>
          <a:spcPct val="0"/>
        </a:spcAft>
        <a:defRPr sz="4600">
          <a:solidFill>
            <a:schemeClr val="accent1"/>
          </a:solidFill>
          <a:latin typeface="News Gothic MT" pitchFamily="-109" charset="0"/>
          <a:ea typeface="ＭＳ Ｐゴシック" pitchFamily="-109" charset="-128"/>
          <a:cs typeface="ＭＳ Ｐゴシック" pitchFamily="-109" charset="-128"/>
        </a:defRPr>
      </a:lvl8pPr>
      <a:lvl9pPr marL="1658904" algn="ctr" defTabSz="912973" rtl="0" eaLnBrk="1" fontAlgn="base" hangingPunct="1">
        <a:spcBef>
          <a:spcPct val="0"/>
        </a:spcBef>
        <a:spcAft>
          <a:spcPct val="0"/>
        </a:spcAft>
        <a:defRPr sz="4600">
          <a:solidFill>
            <a:schemeClr val="accent1"/>
          </a:solidFill>
          <a:latin typeface="News Gothic MT" pitchFamily="-109" charset="0"/>
          <a:ea typeface="ＭＳ Ｐゴシック" pitchFamily="-109" charset="-128"/>
          <a:cs typeface="ＭＳ Ｐゴシック" pitchFamily="-109" charset="-128"/>
        </a:defRPr>
      </a:lvl9pPr>
    </p:titleStyle>
    <p:bodyStyle>
      <a:lvl1pPr marL="348485" indent="-348485" algn="l" defTabSz="912973" rtl="0" eaLnBrk="1" fontAlgn="base" hangingPunct="1">
        <a:spcBef>
          <a:spcPts val="1996"/>
        </a:spcBef>
        <a:spcAft>
          <a:spcPct val="0"/>
        </a:spcAft>
        <a:buClr>
          <a:srgbClr val="6FB7D7"/>
        </a:buClr>
        <a:buSzPct val="110000"/>
        <a:buFont typeface="Wingdings 2" pitchFamily="18" charset="2"/>
        <a:buChar char=""/>
        <a:defRPr sz="2400" kern="1200">
          <a:solidFill>
            <a:srgbClr val="595959"/>
          </a:solidFill>
          <a:latin typeface="Kozuka Gothic Pro M" pitchFamily="34" charset="-128"/>
          <a:ea typeface="Kozuka Gothic Pro M" pitchFamily="34" charset="-128"/>
          <a:cs typeface="Kozuka Gothic Pro M" pitchFamily="34" charset="-128"/>
        </a:defRPr>
      </a:lvl1pPr>
      <a:lvl2pPr marL="685450" indent="-335525" algn="l" defTabSz="912973" rtl="0" eaLnBrk="1" fontAlgn="base" hangingPunct="1">
        <a:spcBef>
          <a:spcPts val="601"/>
        </a:spcBef>
        <a:spcAft>
          <a:spcPct val="0"/>
        </a:spcAft>
        <a:buClr>
          <a:srgbClr val="215D77"/>
        </a:buClr>
        <a:buSzPct val="110000"/>
        <a:buFont typeface="Wingdings 2" pitchFamily="18" charset="2"/>
        <a:buChar char=""/>
        <a:defRPr sz="2200" kern="1200">
          <a:solidFill>
            <a:srgbClr val="595959"/>
          </a:solidFill>
          <a:latin typeface="Kozuka Gothic Pro M" pitchFamily="34" charset="-128"/>
          <a:ea typeface="Kozuka Gothic Pro M" pitchFamily="34" charset="-128"/>
          <a:cs typeface="+mn-cs"/>
        </a:defRPr>
      </a:lvl2pPr>
      <a:lvl3pPr marL="967694" indent="-282244" algn="l" defTabSz="912973" rtl="0" eaLnBrk="1" fontAlgn="base" hangingPunct="1">
        <a:spcBef>
          <a:spcPts val="601"/>
        </a:spcBef>
        <a:spcAft>
          <a:spcPct val="0"/>
        </a:spcAft>
        <a:buClr>
          <a:srgbClr val="6FB7D7"/>
        </a:buClr>
        <a:buSzPct val="110000"/>
        <a:buFont typeface="Wingdings 2" pitchFamily="18" charset="2"/>
        <a:buChar char=""/>
        <a:defRPr sz="2000" kern="1200">
          <a:solidFill>
            <a:srgbClr val="595959"/>
          </a:solidFill>
          <a:latin typeface="Kozuka Gothic Pro M" pitchFamily="34" charset="-128"/>
          <a:ea typeface="Kozuka Gothic Pro M" pitchFamily="34" charset="-128"/>
          <a:cs typeface="+mn-cs"/>
        </a:defRPr>
      </a:lvl3pPr>
      <a:lvl4pPr marL="1262899" indent="-295205" algn="l" defTabSz="912973" rtl="0" eaLnBrk="1" fontAlgn="base" hangingPunct="1">
        <a:spcBef>
          <a:spcPts val="601"/>
        </a:spcBef>
        <a:spcAft>
          <a:spcPct val="0"/>
        </a:spcAft>
        <a:buClr>
          <a:srgbClr val="215D77"/>
        </a:buClr>
        <a:buSzPct val="110000"/>
        <a:buFont typeface="Wingdings 2" pitchFamily="18" charset="2"/>
        <a:buChar char=""/>
        <a:defRPr sz="1800" kern="1200">
          <a:solidFill>
            <a:srgbClr val="595959"/>
          </a:solidFill>
          <a:latin typeface="Kozuka Gothic Pro M" pitchFamily="34" charset="-128"/>
          <a:ea typeface="Kozuka Gothic Pro M" pitchFamily="34" charset="-128"/>
          <a:cs typeface="+mn-cs"/>
        </a:defRPr>
      </a:lvl4pPr>
      <a:lvl5pPr marL="1545143" indent="-282244" algn="l" defTabSz="912973" rtl="0" eaLnBrk="1" fontAlgn="base" hangingPunct="1">
        <a:spcBef>
          <a:spcPts val="601"/>
        </a:spcBef>
        <a:spcAft>
          <a:spcPct val="0"/>
        </a:spcAft>
        <a:buClr>
          <a:srgbClr val="6FB7D7"/>
        </a:buClr>
        <a:buSzPct val="110000"/>
        <a:buFont typeface="Wingdings 2" pitchFamily="18" charset="2"/>
        <a:buChar char=""/>
        <a:defRPr sz="1800" kern="1200">
          <a:solidFill>
            <a:srgbClr val="595959"/>
          </a:solidFill>
          <a:latin typeface="Kozuka Gothic Pro M" pitchFamily="34" charset="-128"/>
          <a:ea typeface="Kozuka Gothic Pro M" pitchFamily="34" charset="-128"/>
          <a:cs typeface="+mn-cs"/>
        </a:defRPr>
      </a:lvl5pPr>
      <a:lvl6pPr marL="2514340" indent="-228577" algn="l" defTabSz="91430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2" indent="-228577" algn="l" defTabSz="91430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45" indent="-228577" algn="l" defTabSz="91430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797" indent="-228577" algn="l" defTabSz="914305"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305" rtl="0" eaLnBrk="1" latinLnBrk="0" hangingPunct="1">
        <a:defRPr sz="1800" kern="1200">
          <a:solidFill>
            <a:schemeClr val="tx1"/>
          </a:solidFill>
          <a:latin typeface="+mn-lt"/>
          <a:ea typeface="+mn-ea"/>
          <a:cs typeface="+mn-cs"/>
        </a:defRPr>
      </a:lvl1pPr>
      <a:lvl2pPr marL="457153" algn="l" defTabSz="914305" rtl="0" eaLnBrk="1" latinLnBrk="0" hangingPunct="1">
        <a:defRPr sz="1800" kern="1200">
          <a:solidFill>
            <a:schemeClr val="tx1"/>
          </a:solidFill>
          <a:latin typeface="+mn-lt"/>
          <a:ea typeface="+mn-ea"/>
          <a:cs typeface="+mn-cs"/>
        </a:defRPr>
      </a:lvl2pPr>
      <a:lvl3pPr marL="914305" algn="l" defTabSz="914305" rtl="0" eaLnBrk="1" latinLnBrk="0" hangingPunct="1">
        <a:defRPr sz="1800" kern="1200">
          <a:solidFill>
            <a:schemeClr val="tx1"/>
          </a:solidFill>
          <a:latin typeface="+mn-lt"/>
          <a:ea typeface="+mn-ea"/>
          <a:cs typeface="+mn-cs"/>
        </a:defRPr>
      </a:lvl3pPr>
      <a:lvl4pPr marL="1371458" algn="l" defTabSz="914305" rtl="0" eaLnBrk="1" latinLnBrk="0" hangingPunct="1">
        <a:defRPr sz="1800" kern="1200">
          <a:solidFill>
            <a:schemeClr val="tx1"/>
          </a:solidFill>
          <a:latin typeface="+mn-lt"/>
          <a:ea typeface="+mn-ea"/>
          <a:cs typeface="+mn-cs"/>
        </a:defRPr>
      </a:lvl4pPr>
      <a:lvl5pPr marL="1828610" algn="l" defTabSz="914305" rtl="0" eaLnBrk="1" latinLnBrk="0" hangingPunct="1">
        <a:defRPr sz="1800" kern="1200">
          <a:solidFill>
            <a:schemeClr val="tx1"/>
          </a:solidFill>
          <a:latin typeface="+mn-lt"/>
          <a:ea typeface="+mn-ea"/>
          <a:cs typeface="+mn-cs"/>
        </a:defRPr>
      </a:lvl5pPr>
      <a:lvl6pPr marL="2285763" algn="l" defTabSz="914305" rtl="0" eaLnBrk="1" latinLnBrk="0" hangingPunct="1">
        <a:defRPr sz="1800" kern="1200">
          <a:solidFill>
            <a:schemeClr val="tx1"/>
          </a:solidFill>
          <a:latin typeface="+mn-lt"/>
          <a:ea typeface="+mn-ea"/>
          <a:cs typeface="+mn-cs"/>
        </a:defRPr>
      </a:lvl6pPr>
      <a:lvl7pPr marL="2742915" algn="l" defTabSz="914305" rtl="0" eaLnBrk="1" latinLnBrk="0" hangingPunct="1">
        <a:defRPr sz="1800" kern="1200">
          <a:solidFill>
            <a:schemeClr val="tx1"/>
          </a:solidFill>
          <a:latin typeface="+mn-lt"/>
          <a:ea typeface="+mn-ea"/>
          <a:cs typeface="+mn-cs"/>
        </a:defRPr>
      </a:lvl7pPr>
      <a:lvl8pPr marL="3200068" algn="l" defTabSz="914305" rtl="0" eaLnBrk="1" latinLnBrk="0" hangingPunct="1">
        <a:defRPr sz="1800" kern="1200">
          <a:solidFill>
            <a:schemeClr val="tx1"/>
          </a:solidFill>
          <a:latin typeface="+mn-lt"/>
          <a:ea typeface="+mn-ea"/>
          <a:cs typeface="+mn-cs"/>
        </a:defRPr>
      </a:lvl8pPr>
      <a:lvl9pPr marL="3657220" algn="l" defTabSz="91430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w3.org/TR/xm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html.spec.whatwg.org/multipage/named-characters.html"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w3schools.com/xml/xml_usedfor.asp" TargetMode="External"/><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w3schools.com/xml/xml_usedfor.asp"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en.wikipedia.org/wiki/Formal_Public_Identifier"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w3schools.com/xml/schema_intro.asp#:~:text=XML%20Schema%20is%20an%20XML,more%20powerful)%20alternative%20to%20DTD." TargetMode="Externa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events.rpi.edu/feeder/main/eventsFeed.do?f=y&amp;sort=dtstart.utc:asc&amp;fexpr=(categories.href!=%22/public/.bedework/categories/Ongoing%22)%20and%20(entity_type=%22event%22%20or%20entity_type=%22todo%22)&amp;skinName=list-rss&amp;count=10"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hyperlink" Target="https://archive.nytimes.com/www.nytimes.com/services/xml/rss/index.html?mcubz=0"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hyperlink" Target="https://rss.nytimes.com/services/xml/rss/nyt/Technology.xml"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hyperlink" Target="http://www.w3schools.com/xml/xml_rss.asp" TargetMode="External"/><Relationship Id="rId2" Type="http://schemas.openxmlformats.org/officeDocument/2006/relationships/hyperlink" Target="https://www.rssboard.org/rss-draft-1" TargetMode="External"/><Relationship Id="rId1" Type="http://schemas.openxmlformats.org/officeDocument/2006/relationships/slideLayout" Target="../slideLayouts/slideLayout2.xml"/><Relationship Id="rId4" Type="http://schemas.openxmlformats.org/officeDocument/2006/relationships/hyperlink" Target="http://www.atomenabled.org/developers/syndication/"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validator.w3.org/feed/"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XML</a:t>
            </a:r>
          </a:p>
        </p:txBody>
      </p:sp>
      <p:sp>
        <p:nvSpPr>
          <p:cNvPr id="16388" name="Rectangle 2"/>
          <p:cNvSpPr>
            <a:spLocks noGrp="1" noChangeArrowheads="1"/>
          </p:cNvSpPr>
          <p:nvPr>
            <p:ph type="subTitle" idx="1"/>
          </p:nvPr>
        </p:nvSpPr>
        <p:spPr/>
        <p:txBody>
          <a:bodyPr anchor="ctr">
            <a:normAutofit/>
          </a:bodyPr>
          <a:lstStyle/>
          <a:p>
            <a:r>
              <a:rPr lang="en-GB" sz="3600" dirty="0" err="1"/>
              <a:t>eXtensible</a:t>
            </a:r>
            <a:r>
              <a:rPr lang="en-GB" sz="3600" dirty="0"/>
              <a:t> </a:t>
            </a:r>
            <a:r>
              <a:rPr lang="en-GB" sz="3600" dirty="0" err="1"/>
              <a:t>Markup</a:t>
            </a:r>
            <a:r>
              <a:rPr lang="en-GB" sz="3600" dirty="0"/>
              <a:t> Language</a:t>
            </a:r>
          </a:p>
        </p:txBody>
      </p:sp>
      <p:sp>
        <p:nvSpPr>
          <p:cNvPr id="2" name="Date Placeholder 1"/>
          <p:cNvSpPr>
            <a:spLocks noGrp="1"/>
          </p:cNvSpPr>
          <p:nvPr>
            <p:ph type="dt" sz="half" idx="10"/>
          </p:nvPr>
        </p:nvSpPr>
        <p:spPr/>
        <p:txBody>
          <a:bodyPr/>
          <a:lstStyle/>
          <a:p>
            <a:r>
              <a:rPr lang="en-US"/>
              <a:t>rev 24/9/23</a:t>
            </a:r>
          </a:p>
        </p:txBody>
      </p:sp>
      <p:sp>
        <p:nvSpPr>
          <p:cNvPr id="3" name="Footer Placeholder 2"/>
          <p:cNvSpPr>
            <a:spLocks noGrp="1"/>
          </p:cNvSpPr>
          <p:nvPr>
            <p:ph type="ftr" sz="quarter" idx="11"/>
          </p:nvPr>
        </p:nvSpPr>
        <p:spPr/>
        <p:txBody>
          <a:bodyPr/>
          <a:lstStyle/>
          <a:p>
            <a:r>
              <a:rPr lang="en-US"/>
              <a:t>Intro ITWS</a:t>
            </a:r>
          </a:p>
        </p:txBody>
      </p:sp>
      <p:sp>
        <p:nvSpPr>
          <p:cNvPr id="4" name="Slide Number Placeholder 3"/>
          <p:cNvSpPr>
            <a:spLocks noGrp="1"/>
          </p:cNvSpPr>
          <p:nvPr>
            <p:ph type="sldNum" sz="quarter" idx="12"/>
          </p:nvPr>
        </p:nvSpPr>
        <p:spPr/>
        <p:txBody>
          <a:bodyPr/>
          <a:lstStyle/>
          <a:p>
            <a:fld id="{3FB4D746-536C-5F43-9CDA-58AA2D13BEE1}" type="slidenum">
              <a:rPr lang="en-US" smtClean="0"/>
              <a:t>1</a:t>
            </a:fld>
            <a:endParaRPr 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XML</a:t>
            </a:r>
          </a:p>
        </p:txBody>
      </p:sp>
      <p:sp>
        <p:nvSpPr>
          <p:cNvPr id="3" name="Content Placeholder 2"/>
          <p:cNvSpPr>
            <a:spLocks noGrp="1"/>
          </p:cNvSpPr>
          <p:nvPr>
            <p:ph idx="1"/>
          </p:nvPr>
        </p:nvSpPr>
        <p:spPr/>
        <p:txBody>
          <a:bodyPr/>
          <a:lstStyle/>
          <a:p>
            <a:pPr>
              <a:tabLst>
                <a:tab pos="2511425" algn="l"/>
              </a:tabLst>
            </a:pPr>
            <a:r>
              <a:rPr lang="en-US" dirty="0"/>
              <a:t>Extensible Markup Language</a:t>
            </a:r>
          </a:p>
          <a:p>
            <a:pPr>
              <a:tabLst>
                <a:tab pos="2511425" algn="l"/>
              </a:tabLst>
            </a:pPr>
            <a:r>
              <a:rPr lang="en-US" dirty="0"/>
              <a:t>Provides a simple, standard, unambiguous structure for describing data</a:t>
            </a:r>
          </a:p>
          <a:p>
            <a:pPr lvl="1">
              <a:tabLst>
                <a:tab pos="2511425" algn="l"/>
              </a:tabLst>
            </a:pPr>
            <a:r>
              <a:rPr lang="en-US" dirty="0"/>
              <a:t>XML is a W3C standard:  </a:t>
            </a:r>
            <a:r>
              <a:rPr lang="en-US" dirty="0">
                <a:hlinkClick r:id="rId3"/>
              </a:rPr>
              <a:t>http://www.w3.org/TR/xml/</a:t>
            </a:r>
            <a:endParaRPr lang="en-US" dirty="0"/>
          </a:p>
          <a:p>
            <a:pPr>
              <a:tabLst>
                <a:tab pos="2511425" algn="l"/>
              </a:tabLst>
            </a:pPr>
            <a:r>
              <a:rPr lang="en-US" dirty="0"/>
              <a:t>Allows us to create our own markup elements (hence it is “extensible”)</a:t>
            </a:r>
          </a:p>
          <a:p>
            <a:pPr>
              <a:tabLst>
                <a:tab pos="2511425" algn="l"/>
              </a:tabLst>
            </a:pPr>
            <a:r>
              <a:rPr lang="en-US" dirty="0"/>
              <a:t>Cleanly separates content from presentation</a:t>
            </a:r>
          </a:p>
          <a:p>
            <a:pPr lvl="1">
              <a:tabLst>
                <a:tab pos="2511425" algn="l"/>
              </a:tabLst>
            </a:pPr>
            <a:r>
              <a:rPr lang="en-US" dirty="0"/>
              <a:t>Presentation handled elsewhere, e.g. by XSLT or </a:t>
            </a:r>
            <a:r>
              <a:rPr lang="en-US" dirty="0" err="1"/>
              <a:t>Javascript</a:t>
            </a:r>
            <a:endParaRPr lang="en-US" dirty="0"/>
          </a:p>
          <a:p>
            <a:pPr lvl="1">
              <a:tabLst>
                <a:tab pos="2511425" algn="l"/>
              </a:tabLst>
            </a:pPr>
            <a:endParaRPr lang="en-US" dirty="0"/>
          </a:p>
          <a:p>
            <a:pPr>
              <a:tabLst>
                <a:tab pos="2511425" algn="l"/>
              </a:tabLst>
            </a:pPr>
            <a:endParaRPr lang="en-US" dirty="0"/>
          </a:p>
          <a:p>
            <a:pPr marL="0" indent="0">
              <a:buNone/>
            </a:pPr>
            <a:endParaRPr lang="en-US" dirty="0"/>
          </a:p>
        </p:txBody>
      </p:sp>
      <p:sp>
        <p:nvSpPr>
          <p:cNvPr id="4" name="Date Placeholder 3"/>
          <p:cNvSpPr>
            <a:spLocks noGrp="1"/>
          </p:cNvSpPr>
          <p:nvPr>
            <p:ph type="dt" sz="half" idx="10"/>
          </p:nvPr>
        </p:nvSpPr>
        <p:spPr/>
        <p:txBody>
          <a:bodyPr/>
          <a:lstStyle/>
          <a:p>
            <a:r>
              <a:rPr lang="en-US"/>
              <a:t>rev 24/9/23</a:t>
            </a:r>
          </a:p>
        </p:txBody>
      </p:sp>
      <p:sp>
        <p:nvSpPr>
          <p:cNvPr id="5" name="Footer Placeholder 4"/>
          <p:cNvSpPr>
            <a:spLocks noGrp="1"/>
          </p:cNvSpPr>
          <p:nvPr>
            <p:ph type="ftr" sz="quarter" idx="11"/>
          </p:nvPr>
        </p:nvSpPr>
        <p:spPr/>
        <p:txBody>
          <a:bodyPr/>
          <a:lstStyle/>
          <a:p>
            <a:r>
              <a:rPr lang="en-US"/>
              <a:t>Intro ITWS</a:t>
            </a:r>
          </a:p>
        </p:txBody>
      </p:sp>
      <p:sp>
        <p:nvSpPr>
          <p:cNvPr id="6" name="Slide Number Placeholder 5"/>
          <p:cNvSpPr>
            <a:spLocks noGrp="1"/>
          </p:cNvSpPr>
          <p:nvPr>
            <p:ph type="sldNum" sz="quarter" idx="12"/>
          </p:nvPr>
        </p:nvSpPr>
        <p:spPr/>
        <p:txBody>
          <a:bodyPr/>
          <a:lstStyle/>
          <a:p>
            <a:fld id="{3FB4D746-536C-5F43-9CDA-58AA2D13BEE1}" type="slidenum">
              <a:rPr lang="en-US" smtClean="0"/>
              <a:t>2</a:t>
            </a:fld>
            <a:endParaRPr lang="en-US"/>
          </a:p>
        </p:txBody>
      </p:sp>
    </p:spTree>
    <p:extLst>
      <p:ext uri="{BB962C8B-B14F-4D97-AF65-F5344CB8AC3E}">
        <p14:creationId xmlns:p14="http://schemas.microsoft.com/office/powerpoint/2010/main" val="3865206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XML Example</a:t>
            </a:r>
            <a:endParaRPr lang="en-US" dirty="0"/>
          </a:p>
        </p:txBody>
      </p:sp>
      <p:sp>
        <p:nvSpPr>
          <p:cNvPr id="3" name="Content Placeholder 2"/>
          <p:cNvSpPr>
            <a:spLocks noGrp="1"/>
          </p:cNvSpPr>
          <p:nvPr>
            <p:ph idx="1"/>
          </p:nvPr>
        </p:nvSpPr>
        <p:spPr/>
        <p:txBody>
          <a:bodyPr/>
          <a:lstStyle/>
          <a:p>
            <a:pPr marL="0" indent="0">
              <a:buNone/>
            </a:pPr>
            <a:r>
              <a:rPr lang="en-US" b="1" dirty="0">
                <a:latin typeface="Courier New" pitchFamily="49" charset="0"/>
                <a:cs typeface="Courier New" pitchFamily="49" charset="0"/>
              </a:rPr>
              <a:t>&lt;?xml version="1.0" encoding="UTF-8“ ?&gt;</a:t>
            </a:r>
            <a:br>
              <a:rPr lang="en-US" b="1" dirty="0">
                <a:latin typeface="Courier New" pitchFamily="49" charset="0"/>
                <a:cs typeface="Courier New" pitchFamily="49" charset="0"/>
              </a:rPr>
            </a:br>
            <a:r>
              <a:rPr lang="en-US" b="1" dirty="0">
                <a:latin typeface="Courier New" pitchFamily="49" charset="0"/>
                <a:cs typeface="Courier New" pitchFamily="49" charset="0"/>
              </a:rPr>
              <a:t>&lt;book id="</a:t>
            </a:r>
            <a:r>
              <a:rPr lang="en-US" b="1" dirty="0">
                <a:solidFill>
                  <a:schemeClr val="tx1">
                    <a:lumMod val="65000"/>
                    <a:lumOff val="35000"/>
                  </a:schemeClr>
                </a:solidFill>
                <a:latin typeface="Courier New" pitchFamily="49" charset="0"/>
                <a:cs typeface="Courier New" pitchFamily="49" charset="0"/>
              </a:rPr>
              <a:t>0375411275</a:t>
            </a:r>
            <a:r>
              <a:rPr lang="en-US" b="1" dirty="0">
                <a:latin typeface="Courier New" pitchFamily="49" charset="0"/>
                <a:cs typeface="Courier New" pitchFamily="49" charset="0"/>
              </a:rPr>
              <a:t>"&gt;</a:t>
            </a:r>
            <a:br>
              <a:rPr lang="en-US" b="1" dirty="0">
                <a:latin typeface="Courier New" pitchFamily="49" charset="0"/>
                <a:cs typeface="Courier New" pitchFamily="49" charset="0"/>
              </a:rPr>
            </a:br>
            <a:r>
              <a:rPr lang="en-US" b="1" dirty="0">
                <a:latin typeface="Courier New" pitchFamily="49" charset="0"/>
                <a:cs typeface="Courier New" pitchFamily="49" charset="0"/>
              </a:rPr>
              <a:t>  &lt;author&gt;</a:t>
            </a:r>
            <a:r>
              <a:rPr lang="en-US" b="1" dirty="0">
                <a:solidFill>
                  <a:schemeClr val="tx2">
                    <a:lumMod val="50000"/>
                    <a:lumOff val="50000"/>
                  </a:schemeClr>
                </a:solidFill>
                <a:latin typeface="Courier New" pitchFamily="49" charset="0"/>
                <a:cs typeface="Courier New" pitchFamily="49" charset="0"/>
              </a:rPr>
              <a:t>Ben Rice</a:t>
            </a:r>
            <a:r>
              <a:rPr lang="en-US" b="1" dirty="0">
                <a:latin typeface="Courier New" pitchFamily="49" charset="0"/>
                <a:cs typeface="Courier New" pitchFamily="49" charset="0"/>
              </a:rPr>
              <a:t>&lt;/author&gt;</a:t>
            </a:r>
            <a:br>
              <a:rPr lang="en-US" b="1" dirty="0">
                <a:latin typeface="Courier New" pitchFamily="49" charset="0"/>
                <a:cs typeface="Courier New" pitchFamily="49" charset="0"/>
              </a:rPr>
            </a:br>
            <a:r>
              <a:rPr lang="en-US" b="1" dirty="0">
                <a:latin typeface="Courier New" pitchFamily="49" charset="0"/>
                <a:cs typeface="Courier New" pitchFamily="49" charset="0"/>
              </a:rPr>
              <a:t>  &lt;title&gt;</a:t>
            </a:r>
            <a:r>
              <a:rPr lang="en-US" b="1" dirty="0" err="1">
                <a:solidFill>
                  <a:schemeClr val="tx2">
                    <a:lumMod val="50000"/>
                    <a:lumOff val="50000"/>
                  </a:schemeClr>
                </a:solidFill>
                <a:latin typeface="Courier New" pitchFamily="49" charset="0"/>
                <a:cs typeface="Courier New" pitchFamily="49" charset="0"/>
              </a:rPr>
              <a:t>Pobby</a:t>
            </a:r>
            <a:r>
              <a:rPr lang="en-US" b="1" dirty="0">
                <a:solidFill>
                  <a:schemeClr val="tx2">
                    <a:lumMod val="50000"/>
                    <a:lumOff val="50000"/>
                  </a:schemeClr>
                </a:solidFill>
                <a:latin typeface="Courier New" pitchFamily="49" charset="0"/>
                <a:cs typeface="Courier New" pitchFamily="49" charset="0"/>
              </a:rPr>
              <a:t> and </a:t>
            </a:r>
            <a:r>
              <a:rPr lang="en-US" b="1" dirty="0" err="1">
                <a:solidFill>
                  <a:schemeClr val="tx2">
                    <a:lumMod val="50000"/>
                    <a:lumOff val="50000"/>
                  </a:schemeClr>
                </a:solidFill>
                <a:latin typeface="Courier New" pitchFamily="49" charset="0"/>
                <a:cs typeface="Courier New" pitchFamily="49" charset="0"/>
              </a:rPr>
              <a:t>Dingan</a:t>
            </a:r>
            <a:r>
              <a:rPr lang="en-US" b="1" dirty="0">
                <a:latin typeface="Courier New" pitchFamily="49" charset="0"/>
                <a:cs typeface="Courier New" pitchFamily="49" charset="0"/>
              </a:rPr>
              <a:t>&lt;/title&gt;</a:t>
            </a:r>
            <a:br>
              <a:rPr lang="en-US" b="1" dirty="0">
                <a:latin typeface="Courier New" pitchFamily="49" charset="0"/>
                <a:cs typeface="Courier New" pitchFamily="49" charset="0"/>
              </a:rPr>
            </a:br>
            <a:r>
              <a:rPr lang="en-US" b="1" dirty="0">
                <a:latin typeface="Courier New" pitchFamily="49" charset="0"/>
                <a:cs typeface="Courier New" pitchFamily="49" charset="0"/>
              </a:rPr>
              <a:t>  &lt;copyright&gt;</a:t>
            </a:r>
            <a:r>
              <a:rPr lang="en-US" b="1" dirty="0">
                <a:solidFill>
                  <a:schemeClr val="tx2">
                    <a:lumMod val="50000"/>
                    <a:lumOff val="50000"/>
                  </a:schemeClr>
                </a:solidFill>
                <a:latin typeface="Courier New" pitchFamily="49" charset="0"/>
                <a:cs typeface="Courier New" pitchFamily="49" charset="0"/>
              </a:rPr>
              <a:t>2000</a:t>
            </a:r>
            <a:r>
              <a:rPr lang="en-US" b="1" dirty="0">
                <a:latin typeface="Courier New" pitchFamily="49" charset="0"/>
                <a:cs typeface="Courier New" pitchFamily="49" charset="0"/>
              </a:rPr>
              <a:t>&lt;/copyright&gt;</a:t>
            </a:r>
            <a:br>
              <a:rPr lang="en-US" b="1" dirty="0">
                <a:latin typeface="Courier New" pitchFamily="49" charset="0"/>
                <a:cs typeface="Courier New" pitchFamily="49" charset="0"/>
              </a:rPr>
            </a:br>
            <a:r>
              <a:rPr lang="en-US" b="1" dirty="0">
                <a:latin typeface="Courier New" pitchFamily="49" charset="0"/>
                <a:cs typeface="Courier New" pitchFamily="49" charset="0"/>
              </a:rPr>
              <a:t>  &lt;publisher&gt;</a:t>
            </a:r>
            <a:r>
              <a:rPr lang="en-US" b="1" dirty="0">
                <a:solidFill>
                  <a:schemeClr val="tx2">
                    <a:lumMod val="50000"/>
                    <a:lumOff val="50000"/>
                  </a:schemeClr>
                </a:solidFill>
                <a:latin typeface="Courier New" pitchFamily="49" charset="0"/>
                <a:cs typeface="Courier New" pitchFamily="49" charset="0"/>
              </a:rPr>
              <a:t>Knopf</a:t>
            </a:r>
            <a:r>
              <a:rPr lang="en-US" b="1" dirty="0">
                <a:latin typeface="Courier New" pitchFamily="49" charset="0"/>
                <a:cs typeface="Courier New" pitchFamily="49" charset="0"/>
              </a:rPr>
              <a:t>&lt;/publisher&gt;</a:t>
            </a:r>
            <a:br>
              <a:rPr lang="en-US" b="1" dirty="0">
                <a:latin typeface="Courier New" pitchFamily="49" charset="0"/>
                <a:cs typeface="Courier New" pitchFamily="49" charset="0"/>
              </a:rPr>
            </a:br>
            <a:r>
              <a:rPr lang="en-US" b="1" dirty="0">
                <a:latin typeface="Courier New" pitchFamily="49" charset="0"/>
                <a:cs typeface="Courier New" pitchFamily="49" charset="0"/>
              </a:rPr>
              <a:t>  &lt;genre&gt;</a:t>
            </a:r>
            <a:r>
              <a:rPr lang="en-US" b="1" dirty="0">
                <a:solidFill>
                  <a:schemeClr val="tx2">
                    <a:lumMod val="50000"/>
                    <a:lumOff val="50000"/>
                  </a:schemeClr>
                </a:solidFill>
                <a:latin typeface="Courier New" pitchFamily="49" charset="0"/>
                <a:cs typeface="Courier New" pitchFamily="49" charset="0"/>
              </a:rPr>
              <a:t>General Fiction</a:t>
            </a:r>
            <a:r>
              <a:rPr lang="en-US" b="1" dirty="0">
                <a:latin typeface="Courier New" pitchFamily="49" charset="0"/>
                <a:cs typeface="Courier New" pitchFamily="49" charset="0"/>
              </a:rPr>
              <a:t>&lt;/genre&gt;</a:t>
            </a:r>
            <a:br>
              <a:rPr lang="en-US" b="1" dirty="0">
                <a:latin typeface="Courier New" pitchFamily="49" charset="0"/>
                <a:cs typeface="Courier New" pitchFamily="49" charset="0"/>
              </a:rPr>
            </a:br>
            <a:r>
              <a:rPr lang="en-US" b="1" dirty="0">
                <a:latin typeface="Courier New" pitchFamily="49" charset="0"/>
                <a:cs typeface="Courier New" pitchFamily="49" charset="0"/>
              </a:rPr>
              <a:t>  &lt;</a:t>
            </a:r>
            <a:r>
              <a:rPr lang="en-US" b="1" dirty="0" err="1">
                <a:latin typeface="Courier New" pitchFamily="49" charset="0"/>
                <a:cs typeface="Courier New" pitchFamily="49" charset="0"/>
              </a:rPr>
              <a:t>isbn</a:t>
            </a:r>
            <a:r>
              <a:rPr lang="en-US" b="1" dirty="0">
                <a:latin typeface="Courier New" pitchFamily="49" charset="0"/>
                <a:cs typeface="Courier New" pitchFamily="49" charset="0"/>
              </a:rPr>
              <a:t>&gt;</a:t>
            </a:r>
            <a:r>
              <a:rPr lang="en-US" b="1" dirty="0">
                <a:solidFill>
                  <a:schemeClr val="tx2">
                    <a:lumMod val="50000"/>
                    <a:lumOff val="50000"/>
                  </a:schemeClr>
                </a:solidFill>
                <a:latin typeface="Courier New" pitchFamily="49" charset="0"/>
                <a:cs typeface="Courier New" pitchFamily="49" charset="0"/>
              </a:rPr>
              <a:t>0375411275</a:t>
            </a:r>
            <a:r>
              <a:rPr lang="en-US" b="1" dirty="0">
                <a:latin typeface="Courier New" pitchFamily="49" charset="0"/>
                <a:cs typeface="Courier New" pitchFamily="49" charset="0"/>
              </a:rPr>
              <a:t>&lt;/</a:t>
            </a:r>
            <a:r>
              <a:rPr lang="en-US" b="1" dirty="0" err="1">
                <a:latin typeface="Courier New" pitchFamily="49" charset="0"/>
                <a:cs typeface="Courier New" pitchFamily="49" charset="0"/>
              </a:rPr>
              <a:t>isbn</a:t>
            </a:r>
            <a:r>
              <a:rPr lang="en-US" b="1" dirty="0">
                <a:latin typeface="Courier New" pitchFamily="49" charset="0"/>
                <a:cs typeface="Courier New" pitchFamily="49" charset="0"/>
              </a:rPr>
              <a:t>&gt;</a:t>
            </a:r>
            <a:br>
              <a:rPr lang="en-US" b="1" dirty="0">
                <a:latin typeface="Courier New" pitchFamily="49" charset="0"/>
                <a:cs typeface="Courier New" pitchFamily="49" charset="0"/>
              </a:rPr>
            </a:br>
            <a:r>
              <a:rPr lang="en-US" b="1" dirty="0">
                <a:latin typeface="Courier New" pitchFamily="49" charset="0"/>
                <a:cs typeface="Courier New" pitchFamily="49" charset="0"/>
              </a:rPr>
              <a:t>&lt;/book&gt;</a:t>
            </a:r>
          </a:p>
        </p:txBody>
      </p:sp>
      <p:sp>
        <p:nvSpPr>
          <p:cNvPr id="4" name="Date Placeholder 3"/>
          <p:cNvSpPr>
            <a:spLocks noGrp="1"/>
          </p:cNvSpPr>
          <p:nvPr>
            <p:ph type="dt" sz="half" idx="10"/>
          </p:nvPr>
        </p:nvSpPr>
        <p:spPr/>
        <p:txBody>
          <a:bodyPr/>
          <a:lstStyle/>
          <a:p>
            <a:r>
              <a:rPr lang="en-US"/>
              <a:t>rev 24/9/23</a:t>
            </a:r>
          </a:p>
        </p:txBody>
      </p:sp>
      <p:sp>
        <p:nvSpPr>
          <p:cNvPr id="5" name="Footer Placeholder 4"/>
          <p:cNvSpPr>
            <a:spLocks noGrp="1"/>
          </p:cNvSpPr>
          <p:nvPr>
            <p:ph type="ftr" sz="quarter" idx="11"/>
          </p:nvPr>
        </p:nvSpPr>
        <p:spPr/>
        <p:txBody>
          <a:bodyPr/>
          <a:lstStyle/>
          <a:p>
            <a:r>
              <a:rPr lang="en-US"/>
              <a:t>Intro ITWS</a:t>
            </a:r>
          </a:p>
        </p:txBody>
      </p:sp>
      <p:sp>
        <p:nvSpPr>
          <p:cNvPr id="6" name="Slide Number Placeholder 5"/>
          <p:cNvSpPr>
            <a:spLocks noGrp="1"/>
          </p:cNvSpPr>
          <p:nvPr>
            <p:ph type="sldNum" sz="quarter" idx="12"/>
          </p:nvPr>
        </p:nvSpPr>
        <p:spPr/>
        <p:txBody>
          <a:bodyPr/>
          <a:lstStyle/>
          <a:p>
            <a:fld id="{3FB4D746-536C-5F43-9CDA-58AA2D13BEE1}" type="slidenum">
              <a:rPr lang="en-US" smtClean="0"/>
              <a:t>3</a:t>
            </a:fld>
            <a:endParaRPr lang="en-US"/>
          </a:p>
        </p:txBody>
      </p:sp>
    </p:spTree>
    <p:extLst>
      <p:ext uri="{BB962C8B-B14F-4D97-AF65-F5344CB8AC3E}">
        <p14:creationId xmlns:p14="http://schemas.microsoft.com/office/powerpoint/2010/main" val="4291261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XHTML is XML</a:t>
            </a:r>
          </a:p>
        </p:txBody>
      </p:sp>
      <p:sp>
        <p:nvSpPr>
          <p:cNvPr id="3" name="Content Placeholder 2"/>
          <p:cNvSpPr>
            <a:spLocks noGrp="1"/>
          </p:cNvSpPr>
          <p:nvPr>
            <p:ph idx="1"/>
          </p:nvPr>
        </p:nvSpPr>
        <p:spPr/>
        <p:txBody>
          <a:bodyPr/>
          <a:lstStyle/>
          <a:p>
            <a:pPr marL="0" indent="0">
              <a:buNone/>
            </a:pPr>
            <a:r>
              <a:rPr lang="en-US" sz="1400" b="1" dirty="0">
                <a:latin typeface="Courier New" pitchFamily="49" charset="0"/>
                <a:cs typeface="Courier New" pitchFamily="49" charset="0"/>
              </a:rPr>
              <a:t>&lt;!DOCTYPE html PUBLIC "-//W3C//DTD XHTML 1.0 Strict//EN" </a:t>
            </a:r>
            <a:br>
              <a:rPr lang="en-US" sz="1400" b="1" dirty="0">
                <a:latin typeface="Courier New" pitchFamily="49" charset="0"/>
                <a:cs typeface="Courier New" pitchFamily="49" charset="0"/>
              </a:rPr>
            </a:br>
            <a:r>
              <a:rPr lang="en-US" sz="1400" b="1" dirty="0">
                <a:latin typeface="Courier New" pitchFamily="49" charset="0"/>
                <a:cs typeface="Courier New" pitchFamily="49" charset="0"/>
              </a:rPr>
              <a:t>               "http://www.w3.org/TR/xhtml1/DTD/xhtml1-strict.dtd"&gt;</a:t>
            </a:r>
            <a:br>
              <a:rPr lang="en-US" sz="1400" b="1" dirty="0">
                <a:latin typeface="Courier New" pitchFamily="49" charset="0"/>
                <a:cs typeface="Courier New" pitchFamily="49" charset="0"/>
              </a:rPr>
            </a:br>
            <a:br>
              <a:rPr lang="en-US" sz="1400" b="1" dirty="0">
                <a:latin typeface="Courier New" pitchFamily="49" charset="0"/>
                <a:cs typeface="Courier New" pitchFamily="49" charset="0"/>
              </a:rPr>
            </a:br>
            <a:r>
              <a:rPr lang="en-US" sz="2000" b="1" dirty="0">
                <a:latin typeface="Courier New" pitchFamily="49" charset="0"/>
                <a:cs typeface="Courier New" pitchFamily="49" charset="0"/>
              </a:rPr>
              <a:t>&lt;html </a:t>
            </a:r>
            <a:r>
              <a:rPr lang="en-US" sz="2000" b="1" dirty="0" err="1">
                <a:latin typeface="Courier New" pitchFamily="49" charset="0"/>
                <a:cs typeface="Courier New" pitchFamily="49" charset="0"/>
              </a:rPr>
              <a:t>xmlns</a:t>
            </a:r>
            <a:r>
              <a:rPr lang="en-US" sz="2000" b="1" dirty="0">
                <a:latin typeface="Courier New" pitchFamily="49" charset="0"/>
                <a:cs typeface="Courier New" pitchFamily="49" charset="0"/>
              </a:rPr>
              <a:t>="http://www.w3.org/1999/xhtml"&gt;</a:t>
            </a:r>
            <a:br>
              <a:rPr lang="en-US" sz="2000" b="1" dirty="0">
                <a:latin typeface="Courier New" pitchFamily="49" charset="0"/>
                <a:cs typeface="Courier New" pitchFamily="49" charset="0"/>
              </a:rPr>
            </a:br>
            <a:r>
              <a:rPr lang="en-US" sz="2000" b="1" dirty="0">
                <a:latin typeface="Courier New" pitchFamily="49" charset="0"/>
                <a:cs typeface="Courier New" pitchFamily="49" charset="0"/>
              </a:rPr>
              <a:t>  &lt;head&gt;</a:t>
            </a:r>
            <a:br>
              <a:rPr lang="en-US" sz="2000" b="1" dirty="0">
                <a:latin typeface="Courier New" pitchFamily="49" charset="0"/>
                <a:cs typeface="Courier New" pitchFamily="49" charset="0"/>
              </a:rPr>
            </a:br>
            <a:r>
              <a:rPr lang="en-US" sz="2000" b="1" dirty="0">
                <a:latin typeface="Courier New" pitchFamily="49" charset="0"/>
                <a:cs typeface="Courier New" pitchFamily="49" charset="0"/>
              </a:rPr>
              <a:t>    &lt;title&gt;XHTML is XML&lt;/title&gt;</a:t>
            </a:r>
            <a:br>
              <a:rPr lang="en-US" sz="2000" b="1" dirty="0">
                <a:latin typeface="Courier New" pitchFamily="49" charset="0"/>
                <a:cs typeface="Courier New" pitchFamily="49" charset="0"/>
              </a:rPr>
            </a:br>
            <a:r>
              <a:rPr lang="en-US" sz="2000" b="1" dirty="0">
                <a:latin typeface="Courier New" pitchFamily="49" charset="0"/>
                <a:cs typeface="Courier New" pitchFamily="49" charset="0"/>
              </a:rPr>
              <a:t>    </a:t>
            </a:r>
            <a:r>
              <a:rPr lang="en-US" sz="2000" b="1" dirty="0">
                <a:solidFill>
                  <a:schemeClr val="tx1">
                    <a:lumMod val="65000"/>
                    <a:lumOff val="35000"/>
                  </a:schemeClr>
                </a:solidFill>
                <a:latin typeface="Courier New" pitchFamily="49" charset="0"/>
                <a:cs typeface="Courier New" pitchFamily="49" charset="0"/>
              </a:rPr>
              <a:t>&lt;meta http-</a:t>
            </a:r>
            <a:r>
              <a:rPr lang="en-US" sz="2000" b="1" dirty="0" err="1">
                <a:solidFill>
                  <a:schemeClr val="tx1">
                    <a:lumMod val="65000"/>
                    <a:lumOff val="35000"/>
                  </a:schemeClr>
                </a:solidFill>
                <a:latin typeface="Courier New" pitchFamily="49" charset="0"/>
                <a:cs typeface="Courier New" pitchFamily="49" charset="0"/>
              </a:rPr>
              <a:t>equiv</a:t>
            </a:r>
            <a:r>
              <a:rPr lang="en-US" sz="2000" b="1" dirty="0">
                <a:solidFill>
                  <a:schemeClr val="tx1">
                    <a:lumMod val="65000"/>
                    <a:lumOff val="35000"/>
                  </a:schemeClr>
                </a:solidFill>
                <a:latin typeface="Courier New" pitchFamily="49" charset="0"/>
                <a:cs typeface="Courier New" pitchFamily="49" charset="0"/>
              </a:rPr>
              <a:t>="Content-Type" </a:t>
            </a:r>
            <a:br>
              <a:rPr lang="en-US" sz="2000" b="1" dirty="0">
                <a:solidFill>
                  <a:schemeClr val="tx1">
                    <a:lumMod val="65000"/>
                    <a:lumOff val="35000"/>
                  </a:schemeClr>
                </a:solidFill>
                <a:latin typeface="Courier New" pitchFamily="49" charset="0"/>
                <a:cs typeface="Courier New" pitchFamily="49" charset="0"/>
              </a:rPr>
            </a:br>
            <a:r>
              <a:rPr lang="en-US" sz="2000" b="1" dirty="0">
                <a:solidFill>
                  <a:schemeClr val="tx1">
                    <a:lumMod val="65000"/>
                    <a:lumOff val="35000"/>
                  </a:schemeClr>
                </a:solidFill>
                <a:latin typeface="Courier New" pitchFamily="49" charset="0"/>
                <a:cs typeface="Courier New" pitchFamily="49" charset="0"/>
              </a:rPr>
              <a:t>          content="text/html; charset=UTF-8"/&gt;</a:t>
            </a:r>
            <a:br>
              <a:rPr lang="en-US" sz="2000" b="1" dirty="0">
                <a:solidFill>
                  <a:schemeClr val="tx1">
                    <a:lumMod val="65000"/>
                    <a:lumOff val="35000"/>
                  </a:schemeClr>
                </a:solidFill>
                <a:latin typeface="Courier New" pitchFamily="49" charset="0"/>
                <a:cs typeface="Courier New" pitchFamily="49" charset="0"/>
              </a:rPr>
            </a:br>
            <a:r>
              <a:rPr lang="en-US" sz="2000" b="1" dirty="0">
                <a:latin typeface="Courier New" pitchFamily="49" charset="0"/>
                <a:cs typeface="Courier New" pitchFamily="49" charset="0"/>
              </a:rPr>
              <a:t>  &lt;/head&gt;</a:t>
            </a:r>
            <a:br>
              <a:rPr lang="en-US" sz="2000" b="1" dirty="0">
                <a:latin typeface="Courier New" pitchFamily="49" charset="0"/>
                <a:cs typeface="Courier New" pitchFamily="49" charset="0"/>
              </a:rPr>
            </a:br>
            <a:r>
              <a:rPr lang="en-US" sz="2000" b="1" dirty="0">
                <a:latin typeface="Courier New" pitchFamily="49" charset="0"/>
                <a:cs typeface="Courier New" pitchFamily="49" charset="0"/>
              </a:rPr>
              <a:t>  &lt;body&gt;</a:t>
            </a:r>
            <a:br>
              <a:rPr lang="en-US" sz="2000" b="1" dirty="0">
                <a:latin typeface="Courier New" pitchFamily="49" charset="0"/>
                <a:cs typeface="Courier New" pitchFamily="49" charset="0"/>
              </a:rPr>
            </a:br>
            <a:r>
              <a:rPr lang="en-US" sz="2000" b="1" dirty="0">
                <a:latin typeface="Courier New" pitchFamily="49" charset="0"/>
                <a:cs typeface="Courier New" pitchFamily="49" charset="0"/>
              </a:rPr>
              <a:t>    </a:t>
            </a:r>
            <a:r>
              <a:rPr lang="en-US" sz="2000" b="1" dirty="0">
                <a:solidFill>
                  <a:srgbClr val="FF0000"/>
                </a:solidFill>
                <a:latin typeface="Courier New" pitchFamily="49" charset="0"/>
                <a:cs typeface="Courier New" pitchFamily="49" charset="0"/>
              </a:rPr>
              <a:t>&lt;h1&gt;XHTML is XML&lt;/h1&gt;</a:t>
            </a:r>
            <a:br>
              <a:rPr lang="en-US" sz="2000" b="1" dirty="0">
                <a:solidFill>
                  <a:srgbClr val="FF0000"/>
                </a:solidFill>
                <a:latin typeface="Courier New" pitchFamily="49" charset="0"/>
                <a:cs typeface="Courier New" pitchFamily="49" charset="0"/>
              </a:rPr>
            </a:br>
            <a:r>
              <a:rPr lang="en-US" sz="2000" b="1" dirty="0">
                <a:solidFill>
                  <a:srgbClr val="FF0000"/>
                </a:solidFill>
                <a:latin typeface="Courier New" pitchFamily="49" charset="0"/>
                <a:cs typeface="Courier New" pitchFamily="49" charset="0"/>
              </a:rPr>
              <a:t>    &lt;p&gt;You’ve been using it all along.&lt;/p&gt;</a:t>
            </a:r>
            <a:br>
              <a:rPr lang="en-US" sz="2000" b="1" dirty="0">
                <a:solidFill>
                  <a:srgbClr val="FF0000"/>
                </a:solidFill>
                <a:latin typeface="Courier New" pitchFamily="49" charset="0"/>
                <a:cs typeface="Courier New" pitchFamily="49" charset="0"/>
              </a:rPr>
            </a:br>
            <a:r>
              <a:rPr lang="en-US" sz="2000" b="1" dirty="0">
                <a:latin typeface="Courier New" pitchFamily="49" charset="0"/>
                <a:cs typeface="Courier New" pitchFamily="49" charset="0"/>
              </a:rPr>
              <a:t>  &lt;/body&gt;</a:t>
            </a:r>
            <a:br>
              <a:rPr lang="en-US" sz="2000" b="1" dirty="0">
                <a:latin typeface="Courier New" pitchFamily="49" charset="0"/>
                <a:cs typeface="Courier New" pitchFamily="49" charset="0"/>
              </a:rPr>
            </a:br>
            <a:r>
              <a:rPr lang="en-US" sz="2000" b="1" dirty="0">
                <a:latin typeface="Courier New" pitchFamily="49" charset="0"/>
                <a:cs typeface="Courier New" pitchFamily="49" charset="0"/>
              </a:rPr>
              <a:t>&lt;/html&gt;</a:t>
            </a:r>
          </a:p>
        </p:txBody>
      </p:sp>
      <p:sp>
        <p:nvSpPr>
          <p:cNvPr id="4" name="Date Placeholder 3"/>
          <p:cNvSpPr>
            <a:spLocks noGrp="1"/>
          </p:cNvSpPr>
          <p:nvPr>
            <p:ph type="dt" sz="half" idx="10"/>
          </p:nvPr>
        </p:nvSpPr>
        <p:spPr/>
        <p:txBody>
          <a:bodyPr/>
          <a:lstStyle/>
          <a:p>
            <a:r>
              <a:rPr lang="en-US"/>
              <a:t>rev 24/9/23</a:t>
            </a:r>
          </a:p>
        </p:txBody>
      </p:sp>
      <p:sp>
        <p:nvSpPr>
          <p:cNvPr id="5" name="Footer Placeholder 4"/>
          <p:cNvSpPr>
            <a:spLocks noGrp="1"/>
          </p:cNvSpPr>
          <p:nvPr>
            <p:ph type="ftr" sz="quarter" idx="11"/>
          </p:nvPr>
        </p:nvSpPr>
        <p:spPr/>
        <p:txBody>
          <a:bodyPr/>
          <a:lstStyle/>
          <a:p>
            <a:r>
              <a:rPr lang="en-US"/>
              <a:t>Intro ITWS</a:t>
            </a:r>
          </a:p>
        </p:txBody>
      </p:sp>
      <p:sp>
        <p:nvSpPr>
          <p:cNvPr id="6" name="Slide Number Placeholder 5"/>
          <p:cNvSpPr>
            <a:spLocks noGrp="1"/>
          </p:cNvSpPr>
          <p:nvPr>
            <p:ph type="sldNum" sz="quarter" idx="12"/>
          </p:nvPr>
        </p:nvSpPr>
        <p:spPr/>
        <p:txBody>
          <a:bodyPr/>
          <a:lstStyle/>
          <a:p>
            <a:fld id="{3FB4D746-536C-5F43-9CDA-58AA2D13BEE1}" type="slidenum">
              <a:rPr lang="en-US" smtClean="0"/>
              <a:t>4</a:t>
            </a:fld>
            <a:endParaRPr lang="en-US"/>
          </a:p>
        </p:txBody>
      </p:sp>
    </p:spTree>
    <p:extLst>
      <p:ext uri="{BB962C8B-B14F-4D97-AF65-F5344CB8AC3E}">
        <p14:creationId xmlns:p14="http://schemas.microsoft.com/office/powerpoint/2010/main" val="2128709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XML Syntax </a:t>
            </a:r>
            <a:r>
              <a:rPr lang="en-US" sz="2400" dirty="0"/>
              <a:t>1 of 4</a:t>
            </a:r>
            <a:endParaRPr lang="en-US" sz="4800" dirty="0"/>
          </a:p>
        </p:txBody>
      </p:sp>
      <p:sp>
        <p:nvSpPr>
          <p:cNvPr id="3" name="Content Placeholder 2"/>
          <p:cNvSpPr>
            <a:spLocks noGrp="1"/>
          </p:cNvSpPr>
          <p:nvPr>
            <p:ph idx="1"/>
          </p:nvPr>
        </p:nvSpPr>
        <p:spPr/>
        <p:txBody>
          <a:bodyPr/>
          <a:lstStyle/>
          <a:p>
            <a:pPr>
              <a:lnSpc>
                <a:spcPct val="150000"/>
              </a:lnSpc>
            </a:pPr>
            <a:r>
              <a:rPr lang="en-US" sz="2800" dirty="0"/>
              <a:t>Some things you already know:</a:t>
            </a:r>
          </a:p>
          <a:p>
            <a:pPr lvl="1">
              <a:lnSpc>
                <a:spcPct val="150000"/>
              </a:lnSpc>
            </a:pPr>
            <a:r>
              <a:rPr lang="en-US" sz="2400" dirty="0"/>
              <a:t>XML elements must close:   &lt;p&gt;…&lt;/p&gt;, &lt;</a:t>
            </a:r>
            <a:r>
              <a:rPr lang="en-US" sz="2400" dirty="0" err="1"/>
              <a:t>br</a:t>
            </a:r>
            <a:r>
              <a:rPr lang="en-US" sz="2400" dirty="0"/>
              <a:t>/&gt;</a:t>
            </a:r>
          </a:p>
          <a:p>
            <a:pPr lvl="1">
              <a:lnSpc>
                <a:spcPct val="150000"/>
              </a:lnSpc>
            </a:pPr>
            <a:r>
              <a:rPr lang="en-US" sz="2400" dirty="0"/>
              <a:t>XML tags are case sensitive:  &lt;h1&gt; is not &lt;H1&gt;</a:t>
            </a:r>
          </a:p>
          <a:p>
            <a:pPr lvl="1">
              <a:lnSpc>
                <a:spcPct val="150000"/>
              </a:lnSpc>
            </a:pPr>
            <a:r>
              <a:rPr lang="en-US" sz="2400" dirty="0"/>
              <a:t>Attribute values must be quoted:  </a:t>
            </a:r>
            <a:br>
              <a:rPr lang="en-US" sz="2400" dirty="0"/>
            </a:br>
            <a:r>
              <a:rPr lang="en-US" sz="2400" dirty="0"/>
              <a:t>&lt;div id=“footer”&gt;…&lt;/div&gt;</a:t>
            </a:r>
          </a:p>
          <a:p>
            <a:pPr lvl="1">
              <a:lnSpc>
                <a:spcPct val="150000"/>
              </a:lnSpc>
            </a:pPr>
            <a:r>
              <a:rPr lang="en-US" sz="2400" dirty="0"/>
              <a:t>&lt;!-- comments look like this --&gt;</a:t>
            </a:r>
          </a:p>
        </p:txBody>
      </p:sp>
      <p:sp>
        <p:nvSpPr>
          <p:cNvPr id="4" name="Date Placeholder 3"/>
          <p:cNvSpPr>
            <a:spLocks noGrp="1"/>
          </p:cNvSpPr>
          <p:nvPr>
            <p:ph type="dt" sz="half" idx="10"/>
          </p:nvPr>
        </p:nvSpPr>
        <p:spPr/>
        <p:txBody>
          <a:bodyPr/>
          <a:lstStyle/>
          <a:p>
            <a:r>
              <a:rPr lang="en-US"/>
              <a:t>rev 24/9/23</a:t>
            </a:r>
          </a:p>
        </p:txBody>
      </p:sp>
      <p:sp>
        <p:nvSpPr>
          <p:cNvPr id="5" name="Footer Placeholder 4"/>
          <p:cNvSpPr>
            <a:spLocks noGrp="1"/>
          </p:cNvSpPr>
          <p:nvPr>
            <p:ph type="ftr" sz="quarter" idx="11"/>
          </p:nvPr>
        </p:nvSpPr>
        <p:spPr/>
        <p:txBody>
          <a:bodyPr/>
          <a:lstStyle/>
          <a:p>
            <a:r>
              <a:rPr lang="en-US"/>
              <a:t>Intro ITWS</a:t>
            </a:r>
          </a:p>
        </p:txBody>
      </p:sp>
      <p:sp>
        <p:nvSpPr>
          <p:cNvPr id="6" name="Slide Number Placeholder 5"/>
          <p:cNvSpPr>
            <a:spLocks noGrp="1"/>
          </p:cNvSpPr>
          <p:nvPr>
            <p:ph type="sldNum" sz="quarter" idx="12"/>
          </p:nvPr>
        </p:nvSpPr>
        <p:spPr/>
        <p:txBody>
          <a:bodyPr/>
          <a:lstStyle/>
          <a:p>
            <a:fld id="{3FB4D746-536C-5F43-9CDA-58AA2D13BEE1}" type="slidenum">
              <a:rPr lang="en-US" smtClean="0"/>
              <a:t>5</a:t>
            </a:fld>
            <a:endParaRPr lang="en-US"/>
          </a:p>
        </p:txBody>
      </p:sp>
    </p:spTree>
    <p:extLst>
      <p:ext uri="{BB962C8B-B14F-4D97-AF65-F5344CB8AC3E}">
        <p14:creationId xmlns:p14="http://schemas.microsoft.com/office/powerpoint/2010/main" val="906023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XML Syntax </a:t>
            </a:r>
            <a:r>
              <a:rPr lang="en-US" sz="2400" dirty="0"/>
              <a:t>2 of 4</a:t>
            </a:r>
            <a:endParaRPr lang="en-US" dirty="0"/>
          </a:p>
        </p:txBody>
      </p:sp>
      <p:sp>
        <p:nvSpPr>
          <p:cNvPr id="3" name="Content Placeholder 2"/>
          <p:cNvSpPr>
            <a:spLocks noGrp="1"/>
          </p:cNvSpPr>
          <p:nvPr>
            <p:ph idx="1"/>
          </p:nvPr>
        </p:nvSpPr>
        <p:spPr>
          <a:xfrm>
            <a:off x="731521" y="1600008"/>
            <a:ext cx="11265848" cy="4343496"/>
          </a:xfrm>
        </p:spPr>
        <p:txBody>
          <a:bodyPr/>
          <a:lstStyle/>
          <a:p>
            <a:pPr>
              <a:lnSpc>
                <a:spcPct val="150000"/>
              </a:lnSpc>
            </a:pPr>
            <a:r>
              <a:rPr lang="en-US" dirty="0"/>
              <a:t>Some things you’ve probably figured out:</a:t>
            </a:r>
          </a:p>
          <a:p>
            <a:pPr lvl="1">
              <a:lnSpc>
                <a:spcPct val="150000"/>
              </a:lnSpc>
            </a:pPr>
            <a:r>
              <a:rPr lang="en-US" sz="2000" dirty="0"/>
              <a:t>Some characters are reserved:   </a:t>
            </a:r>
            <a:r>
              <a:rPr lang="en-US" sz="2000" b="1" dirty="0"/>
              <a:t>&lt;  &amp; </a:t>
            </a:r>
          </a:p>
          <a:p>
            <a:pPr lvl="2">
              <a:lnSpc>
                <a:spcPct val="150000"/>
              </a:lnSpc>
            </a:pPr>
            <a:r>
              <a:rPr lang="en-US" sz="1600" dirty="0"/>
              <a:t>and should be replaced by entities:   </a:t>
            </a:r>
            <a:r>
              <a:rPr lang="en-US" sz="1600" dirty="0">
                <a:latin typeface="Menlo" panose="020B0609030804020204" pitchFamily="49" charset="0"/>
                <a:ea typeface="Menlo" panose="020B0609030804020204" pitchFamily="49" charset="0"/>
                <a:cs typeface="Menlo" panose="020B0609030804020204" pitchFamily="49" charset="0"/>
              </a:rPr>
              <a:t>&amp;</a:t>
            </a:r>
            <a:r>
              <a:rPr lang="en-US" sz="1600" dirty="0" err="1">
                <a:latin typeface="Menlo" panose="020B0609030804020204" pitchFamily="49" charset="0"/>
                <a:ea typeface="Menlo" panose="020B0609030804020204" pitchFamily="49" charset="0"/>
                <a:cs typeface="Menlo" panose="020B0609030804020204" pitchFamily="49" charset="0"/>
              </a:rPr>
              <a:t>lt</a:t>
            </a:r>
            <a:r>
              <a:rPr lang="en-US" sz="1600" dirty="0">
                <a:latin typeface="Menlo" panose="020B0609030804020204" pitchFamily="49" charset="0"/>
                <a:ea typeface="Menlo" panose="020B0609030804020204" pitchFamily="49" charset="0"/>
                <a:cs typeface="Menlo" panose="020B0609030804020204" pitchFamily="49" charset="0"/>
              </a:rPr>
              <a:t>;    &amp;amp;  </a:t>
            </a:r>
          </a:p>
          <a:p>
            <a:pPr lvl="2">
              <a:lnSpc>
                <a:spcPct val="150000"/>
              </a:lnSpc>
            </a:pPr>
            <a:r>
              <a:rPr lang="en-US" sz="1600" dirty="0"/>
              <a:t>you should also replace the &gt; sign:  </a:t>
            </a:r>
            <a:r>
              <a:rPr lang="en-US" sz="1600" dirty="0">
                <a:latin typeface="Menlo" panose="020B0609030804020204" pitchFamily="49" charset="0"/>
                <a:ea typeface="Menlo" panose="020B0609030804020204" pitchFamily="49" charset="0"/>
                <a:cs typeface="Menlo" panose="020B0609030804020204" pitchFamily="49" charset="0"/>
              </a:rPr>
              <a:t>&amp;</a:t>
            </a:r>
            <a:r>
              <a:rPr lang="en-US" sz="1600" dirty="0" err="1">
                <a:latin typeface="Menlo" panose="020B0609030804020204" pitchFamily="49" charset="0"/>
                <a:ea typeface="Menlo" panose="020B0609030804020204" pitchFamily="49" charset="0"/>
                <a:cs typeface="Menlo" panose="020B0609030804020204" pitchFamily="49" charset="0"/>
              </a:rPr>
              <a:t>gt</a:t>
            </a:r>
            <a:r>
              <a:rPr lang="en-US" sz="1600" dirty="0">
                <a:latin typeface="Menlo" panose="020B0609030804020204" pitchFamily="49" charset="0"/>
                <a:ea typeface="Menlo" panose="020B0609030804020204" pitchFamily="49" charset="0"/>
                <a:cs typeface="Menlo" panose="020B0609030804020204" pitchFamily="49" charset="0"/>
              </a:rPr>
              <a:t>;</a:t>
            </a:r>
          </a:p>
          <a:p>
            <a:pPr lvl="2">
              <a:lnSpc>
                <a:spcPct val="150000"/>
              </a:lnSpc>
            </a:pPr>
            <a:r>
              <a:rPr lang="en-US" sz="1600" dirty="0"/>
              <a:t>replacing “ and ‘ is often good: </a:t>
            </a:r>
            <a:r>
              <a:rPr lang="en-US" sz="1600" dirty="0">
                <a:latin typeface="Menlo" panose="020B0609030804020204" pitchFamily="49" charset="0"/>
                <a:ea typeface="Menlo" panose="020B0609030804020204" pitchFamily="49" charset="0"/>
                <a:cs typeface="Menlo" panose="020B0609030804020204" pitchFamily="49" charset="0"/>
              </a:rPr>
              <a:t>&amp;</a:t>
            </a:r>
            <a:r>
              <a:rPr lang="en-US" sz="1600" dirty="0" err="1">
                <a:latin typeface="Menlo" panose="020B0609030804020204" pitchFamily="49" charset="0"/>
                <a:ea typeface="Menlo" panose="020B0609030804020204" pitchFamily="49" charset="0"/>
                <a:cs typeface="Menlo" panose="020B0609030804020204" pitchFamily="49" charset="0"/>
              </a:rPr>
              <a:t>quot</a:t>
            </a:r>
            <a:r>
              <a:rPr lang="en-US" sz="1600" dirty="0">
                <a:latin typeface="Menlo" panose="020B0609030804020204" pitchFamily="49" charset="0"/>
                <a:ea typeface="Menlo" panose="020B0609030804020204" pitchFamily="49" charset="0"/>
                <a:cs typeface="Menlo" panose="020B0609030804020204" pitchFamily="49" charset="0"/>
              </a:rPr>
              <a:t>; &amp;</a:t>
            </a:r>
            <a:r>
              <a:rPr lang="en-US" sz="1600" dirty="0" err="1">
                <a:latin typeface="Menlo" panose="020B0609030804020204" pitchFamily="49" charset="0"/>
                <a:ea typeface="Menlo" panose="020B0609030804020204" pitchFamily="49" charset="0"/>
                <a:cs typeface="Menlo" panose="020B0609030804020204" pitchFamily="49" charset="0"/>
              </a:rPr>
              <a:t>apos</a:t>
            </a:r>
            <a:r>
              <a:rPr lang="en-US" sz="1600" dirty="0">
                <a:latin typeface="Menlo" panose="020B0609030804020204" pitchFamily="49" charset="0"/>
                <a:ea typeface="Menlo" panose="020B0609030804020204" pitchFamily="49" charset="0"/>
                <a:cs typeface="Menlo" panose="020B0609030804020204" pitchFamily="49" charset="0"/>
              </a:rPr>
              <a:t>;</a:t>
            </a:r>
          </a:p>
          <a:p>
            <a:pPr lvl="1">
              <a:lnSpc>
                <a:spcPct val="150000"/>
              </a:lnSpc>
            </a:pPr>
            <a:r>
              <a:rPr lang="en-US" sz="2000" dirty="0"/>
              <a:t>XML documents form a tree and must have a root element, e.g. &lt;html&gt;…&lt;/html&gt;</a:t>
            </a:r>
          </a:p>
          <a:p>
            <a:pPr lvl="1">
              <a:lnSpc>
                <a:spcPct val="150000"/>
              </a:lnSpc>
            </a:pPr>
            <a:r>
              <a:rPr lang="en-US" sz="2000" dirty="0"/>
              <a:t>In HTML5 we ha</a:t>
            </a:r>
            <a:r>
              <a:rPr lang="en-US" sz="2200" dirty="0"/>
              <a:t>ve more: </a:t>
            </a:r>
            <a:r>
              <a:rPr lang="en-US" dirty="0"/>
              <a:t>Note that the hex may also be used</a:t>
            </a:r>
          </a:p>
          <a:p>
            <a:pPr lvl="2">
              <a:lnSpc>
                <a:spcPct val="150000"/>
              </a:lnSpc>
            </a:pPr>
            <a:r>
              <a:rPr lang="en-US" dirty="0"/>
              <a:t>&lt; is represented as &amp;</a:t>
            </a:r>
            <a:r>
              <a:rPr lang="en-US" dirty="0" err="1"/>
              <a:t>lt</a:t>
            </a:r>
            <a:r>
              <a:rPr lang="en-US" dirty="0"/>
              <a:t>; which is the same as &amp;#60;</a:t>
            </a:r>
          </a:p>
          <a:p>
            <a:pPr lvl="2">
              <a:lnSpc>
                <a:spcPct val="150000"/>
              </a:lnSpc>
            </a:pPr>
            <a:r>
              <a:rPr lang="en-US" sz="2000" dirty="0">
                <a:hlinkClick r:id="rId2"/>
              </a:rPr>
              <a:t>https://html.spec.whatwg.org/multipage/named-characters.html</a:t>
            </a:r>
            <a:endParaRPr lang="en-US" sz="2000" dirty="0"/>
          </a:p>
          <a:p>
            <a:pPr lvl="2">
              <a:lnSpc>
                <a:spcPct val="150000"/>
              </a:lnSpc>
            </a:pPr>
            <a:endParaRPr lang="en-US" dirty="0"/>
          </a:p>
        </p:txBody>
      </p:sp>
      <p:sp>
        <p:nvSpPr>
          <p:cNvPr id="4" name="Date Placeholder 3"/>
          <p:cNvSpPr>
            <a:spLocks noGrp="1"/>
          </p:cNvSpPr>
          <p:nvPr>
            <p:ph type="dt" sz="half" idx="10"/>
          </p:nvPr>
        </p:nvSpPr>
        <p:spPr/>
        <p:txBody>
          <a:bodyPr/>
          <a:lstStyle/>
          <a:p>
            <a:r>
              <a:rPr lang="en-US"/>
              <a:t>rev 24/9/23</a:t>
            </a:r>
          </a:p>
        </p:txBody>
      </p:sp>
      <p:sp>
        <p:nvSpPr>
          <p:cNvPr id="5" name="Footer Placeholder 4"/>
          <p:cNvSpPr>
            <a:spLocks noGrp="1"/>
          </p:cNvSpPr>
          <p:nvPr>
            <p:ph type="ftr" sz="quarter" idx="11"/>
          </p:nvPr>
        </p:nvSpPr>
        <p:spPr/>
        <p:txBody>
          <a:bodyPr/>
          <a:lstStyle/>
          <a:p>
            <a:r>
              <a:rPr lang="en-US"/>
              <a:t>Intro ITWS</a:t>
            </a:r>
          </a:p>
        </p:txBody>
      </p:sp>
      <p:sp>
        <p:nvSpPr>
          <p:cNvPr id="6" name="Slide Number Placeholder 5"/>
          <p:cNvSpPr>
            <a:spLocks noGrp="1"/>
          </p:cNvSpPr>
          <p:nvPr>
            <p:ph type="sldNum" sz="quarter" idx="12"/>
          </p:nvPr>
        </p:nvSpPr>
        <p:spPr/>
        <p:txBody>
          <a:bodyPr/>
          <a:lstStyle/>
          <a:p>
            <a:fld id="{3FB4D746-536C-5F43-9CDA-58AA2D13BEE1}" type="slidenum">
              <a:rPr lang="en-US" smtClean="0"/>
              <a:t>6</a:t>
            </a:fld>
            <a:endParaRPr lang="en-US"/>
          </a:p>
        </p:txBody>
      </p:sp>
    </p:spTree>
    <p:extLst>
      <p:ext uri="{BB962C8B-B14F-4D97-AF65-F5344CB8AC3E}">
        <p14:creationId xmlns:p14="http://schemas.microsoft.com/office/powerpoint/2010/main" val="580575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XML Syntax </a:t>
            </a:r>
            <a:r>
              <a:rPr lang="en-US" sz="2400" dirty="0"/>
              <a:t>3 of 4</a:t>
            </a:r>
            <a:endParaRPr lang="en-US" dirty="0"/>
          </a:p>
        </p:txBody>
      </p:sp>
      <p:sp>
        <p:nvSpPr>
          <p:cNvPr id="3" name="Content Placeholder 2"/>
          <p:cNvSpPr>
            <a:spLocks noGrp="1"/>
          </p:cNvSpPr>
          <p:nvPr>
            <p:ph idx="1"/>
          </p:nvPr>
        </p:nvSpPr>
        <p:spPr/>
        <p:txBody>
          <a:bodyPr/>
          <a:lstStyle/>
          <a:p>
            <a:pPr>
              <a:lnSpc>
                <a:spcPct val="150000"/>
              </a:lnSpc>
            </a:pPr>
            <a:r>
              <a:rPr lang="en-US" sz="2800" dirty="0"/>
              <a:t>Some things to remember about </a:t>
            </a:r>
            <a:r>
              <a:rPr lang="en-US" sz="2800" b="1" dirty="0"/>
              <a:t>tags</a:t>
            </a:r>
            <a:r>
              <a:rPr lang="en-US" sz="2800" dirty="0"/>
              <a:t>:</a:t>
            </a:r>
          </a:p>
          <a:p>
            <a:pPr lvl="1">
              <a:lnSpc>
                <a:spcPct val="150000"/>
              </a:lnSpc>
            </a:pPr>
            <a:r>
              <a:rPr lang="en-US" sz="2600" dirty="0"/>
              <a:t>Tags must be alphanumeric  </a:t>
            </a:r>
            <a:r>
              <a:rPr lang="en-US" sz="1800" dirty="0"/>
              <a:t>(or underscore _ )</a:t>
            </a:r>
            <a:r>
              <a:rPr lang="en-US" sz="2000" dirty="0"/>
              <a:t> </a:t>
            </a:r>
          </a:p>
          <a:p>
            <a:pPr lvl="2">
              <a:lnSpc>
                <a:spcPct val="150000"/>
              </a:lnSpc>
            </a:pPr>
            <a:r>
              <a:rPr lang="en-US" sz="2400" dirty="0"/>
              <a:t>Must begin with a letter  </a:t>
            </a:r>
            <a:r>
              <a:rPr lang="en-US" sz="1800" dirty="0"/>
              <a:t>(or underscore _ )</a:t>
            </a:r>
            <a:endParaRPr lang="en-US" sz="2400" dirty="0"/>
          </a:p>
          <a:p>
            <a:pPr lvl="2">
              <a:lnSpc>
                <a:spcPct val="150000"/>
              </a:lnSpc>
            </a:pPr>
            <a:r>
              <a:rPr lang="en-US" sz="2400" dirty="0"/>
              <a:t>No spaces in tag names</a:t>
            </a:r>
          </a:p>
          <a:p>
            <a:pPr lvl="2">
              <a:lnSpc>
                <a:spcPct val="150000"/>
              </a:lnSpc>
            </a:pPr>
            <a:r>
              <a:rPr lang="en-US" sz="2400" dirty="0"/>
              <a:t>Attribute names must be alphanumeric (only)</a:t>
            </a:r>
            <a:endParaRPr lang="en-US" sz="2600" dirty="0"/>
          </a:p>
        </p:txBody>
      </p:sp>
      <p:sp>
        <p:nvSpPr>
          <p:cNvPr id="4" name="Date Placeholder 3"/>
          <p:cNvSpPr>
            <a:spLocks noGrp="1"/>
          </p:cNvSpPr>
          <p:nvPr>
            <p:ph type="dt" sz="half" idx="10"/>
          </p:nvPr>
        </p:nvSpPr>
        <p:spPr/>
        <p:txBody>
          <a:bodyPr/>
          <a:lstStyle/>
          <a:p>
            <a:r>
              <a:rPr lang="en-US"/>
              <a:t>rev 24/9/23</a:t>
            </a:r>
          </a:p>
        </p:txBody>
      </p:sp>
      <p:sp>
        <p:nvSpPr>
          <p:cNvPr id="5" name="Footer Placeholder 4"/>
          <p:cNvSpPr>
            <a:spLocks noGrp="1"/>
          </p:cNvSpPr>
          <p:nvPr>
            <p:ph type="ftr" sz="quarter" idx="11"/>
          </p:nvPr>
        </p:nvSpPr>
        <p:spPr/>
        <p:txBody>
          <a:bodyPr/>
          <a:lstStyle/>
          <a:p>
            <a:r>
              <a:rPr lang="en-US"/>
              <a:t>Intro ITWS</a:t>
            </a:r>
          </a:p>
        </p:txBody>
      </p:sp>
      <p:sp>
        <p:nvSpPr>
          <p:cNvPr id="6" name="Slide Number Placeholder 5"/>
          <p:cNvSpPr>
            <a:spLocks noGrp="1"/>
          </p:cNvSpPr>
          <p:nvPr>
            <p:ph type="sldNum" sz="quarter" idx="12"/>
          </p:nvPr>
        </p:nvSpPr>
        <p:spPr/>
        <p:txBody>
          <a:bodyPr/>
          <a:lstStyle/>
          <a:p>
            <a:fld id="{3FB4D746-536C-5F43-9CDA-58AA2D13BEE1}" type="slidenum">
              <a:rPr lang="en-US" smtClean="0"/>
              <a:t>7</a:t>
            </a:fld>
            <a:endParaRPr lang="en-US"/>
          </a:p>
        </p:txBody>
      </p:sp>
    </p:spTree>
    <p:extLst>
      <p:ext uri="{BB962C8B-B14F-4D97-AF65-F5344CB8AC3E}">
        <p14:creationId xmlns:p14="http://schemas.microsoft.com/office/powerpoint/2010/main" val="2581467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XML Syntax </a:t>
            </a:r>
            <a:r>
              <a:rPr lang="en-US" sz="2400" dirty="0"/>
              <a:t>4 of 4</a:t>
            </a:r>
            <a:endParaRPr lang="en-US" dirty="0"/>
          </a:p>
        </p:txBody>
      </p:sp>
      <p:sp>
        <p:nvSpPr>
          <p:cNvPr id="3" name="Content Placeholder 2"/>
          <p:cNvSpPr>
            <a:spLocks noGrp="1"/>
          </p:cNvSpPr>
          <p:nvPr>
            <p:ph idx="1"/>
          </p:nvPr>
        </p:nvSpPr>
        <p:spPr/>
        <p:txBody>
          <a:bodyPr/>
          <a:lstStyle/>
          <a:p>
            <a:pPr>
              <a:lnSpc>
                <a:spcPct val="150000"/>
              </a:lnSpc>
            </a:pPr>
            <a:r>
              <a:rPr lang="en-US" sz="2800" dirty="0"/>
              <a:t>Suggestions for </a:t>
            </a:r>
            <a:r>
              <a:rPr lang="en-US" sz="2800" b="1" dirty="0"/>
              <a:t>tags</a:t>
            </a:r>
            <a:r>
              <a:rPr lang="en-US" sz="2800" dirty="0"/>
              <a:t>:</a:t>
            </a:r>
            <a:endParaRPr lang="en-US" dirty="0"/>
          </a:p>
          <a:p>
            <a:pPr lvl="1">
              <a:lnSpc>
                <a:spcPct val="150000"/>
              </a:lnSpc>
            </a:pPr>
            <a:r>
              <a:rPr lang="en-US" sz="2600" dirty="0"/>
              <a:t>Use descriptive, meaningful tag names</a:t>
            </a:r>
            <a:br>
              <a:rPr lang="en-US" sz="2600" dirty="0"/>
            </a:br>
            <a:r>
              <a:rPr lang="en-US" sz="2600" dirty="0">
                <a:latin typeface="Menlo" panose="020B0609030804020204" pitchFamily="49" charset="0"/>
                <a:ea typeface="Menlo" panose="020B0609030804020204" pitchFamily="49" charset="0"/>
                <a:cs typeface="Menlo" panose="020B0609030804020204" pitchFamily="49" charset="0"/>
              </a:rPr>
              <a:t>&lt;n&gt; </a:t>
            </a:r>
            <a:r>
              <a:rPr lang="en-US" sz="2600" dirty="0"/>
              <a:t>???  </a:t>
            </a:r>
            <a:r>
              <a:rPr lang="en-US" sz="2600" dirty="0">
                <a:sym typeface="Wingdings" pitchFamily="2" charset="2"/>
              </a:rPr>
              <a:t> </a:t>
            </a:r>
            <a:r>
              <a:rPr lang="en-US" sz="2600" dirty="0"/>
              <a:t> </a:t>
            </a:r>
            <a:r>
              <a:rPr lang="en-US" sz="2600" dirty="0">
                <a:latin typeface="Menlo" panose="020B0609030804020204" pitchFamily="49" charset="0"/>
                <a:ea typeface="Menlo" panose="020B0609030804020204" pitchFamily="49" charset="0"/>
                <a:cs typeface="Menlo" panose="020B0609030804020204" pitchFamily="49" charset="0"/>
              </a:rPr>
              <a:t>&lt;</a:t>
            </a:r>
            <a:r>
              <a:rPr lang="en-US" sz="2600" dirty="0" err="1">
                <a:latin typeface="Menlo" panose="020B0609030804020204" pitchFamily="49" charset="0"/>
                <a:ea typeface="Menlo" panose="020B0609030804020204" pitchFamily="49" charset="0"/>
                <a:cs typeface="Menlo" panose="020B0609030804020204" pitchFamily="49" charset="0"/>
              </a:rPr>
              <a:t>courseNumber</a:t>
            </a:r>
            <a:r>
              <a:rPr lang="en-US" sz="2600" dirty="0">
                <a:latin typeface="Menlo" panose="020B0609030804020204" pitchFamily="49" charset="0"/>
                <a:ea typeface="Menlo" panose="020B0609030804020204" pitchFamily="49" charset="0"/>
                <a:cs typeface="Menlo" panose="020B0609030804020204" pitchFamily="49" charset="0"/>
              </a:rPr>
              <a:t>&gt;</a:t>
            </a:r>
          </a:p>
          <a:p>
            <a:pPr lvl="1">
              <a:lnSpc>
                <a:spcPct val="150000"/>
              </a:lnSpc>
            </a:pPr>
            <a:r>
              <a:rPr lang="en-US" sz="2600" dirty="0"/>
              <a:t>Use camelCase</a:t>
            </a:r>
            <a:br>
              <a:rPr lang="en-US" sz="2600" dirty="0"/>
            </a:br>
            <a:r>
              <a:rPr lang="en-US" sz="1800" b="1" dirty="0">
                <a:latin typeface="Courier New" pitchFamily="49" charset="0"/>
                <a:cs typeface="Courier New" pitchFamily="49" charset="0"/>
              </a:rPr>
              <a:t>&lt;</a:t>
            </a:r>
            <a:r>
              <a:rPr lang="en-US" sz="1800" b="1" dirty="0" err="1">
                <a:latin typeface="Courier New" pitchFamily="49" charset="0"/>
                <a:cs typeface="Courier New" pitchFamily="49" charset="0"/>
              </a:rPr>
              <a:t>camelCaseIsEasyToReadWhenYouCantUseSpaces</a:t>
            </a:r>
            <a:r>
              <a:rPr lang="en-US" sz="1800" b="1" dirty="0">
                <a:latin typeface="Courier New" pitchFamily="49" charset="0"/>
                <a:cs typeface="Courier New" pitchFamily="49" charset="0"/>
              </a:rPr>
              <a:t>/&gt;</a:t>
            </a:r>
            <a:endParaRPr lang="en-US" sz="2600" b="1" dirty="0">
              <a:latin typeface="Courier New" pitchFamily="49" charset="0"/>
              <a:cs typeface="Courier New" pitchFamily="49" charset="0"/>
            </a:endParaRPr>
          </a:p>
          <a:p>
            <a:pPr lvl="1">
              <a:lnSpc>
                <a:spcPct val="150000"/>
              </a:lnSpc>
            </a:pPr>
            <a:r>
              <a:rPr lang="en-US" sz="2600" dirty="0"/>
              <a:t>Avoid the underscore</a:t>
            </a:r>
            <a:endParaRPr lang="en-US" dirty="0"/>
          </a:p>
        </p:txBody>
      </p:sp>
      <p:sp>
        <p:nvSpPr>
          <p:cNvPr id="4" name="Date Placeholder 3"/>
          <p:cNvSpPr>
            <a:spLocks noGrp="1"/>
          </p:cNvSpPr>
          <p:nvPr>
            <p:ph type="dt" sz="half" idx="10"/>
          </p:nvPr>
        </p:nvSpPr>
        <p:spPr/>
        <p:txBody>
          <a:bodyPr/>
          <a:lstStyle/>
          <a:p>
            <a:r>
              <a:rPr lang="en-US"/>
              <a:t>rev 24/9/23</a:t>
            </a:r>
          </a:p>
        </p:txBody>
      </p:sp>
      <p:sp>
        <p:nvSpPr>
          <p:cNvPr id="5" name="Footer Placeholder 4"/>
          <p:cNvSpPr>
            <a:spLocks noGrp="1"/>
          </p:cNvSpPr>
          <p:nvPr>
            <p:ph type="ftr" sz="quarter" idx="11"/>
          </p:nvPr>
        </p:nvSpPr>
        <p:spPr/>
        <p:txBody>
          <a:bodyPr/>
          <a:lstStyle/>
          <a:p>
            <a:r>
              <a:rPr lang="en-US"/>
              <a:t>Intro ITWS</a:t>
            </a:r>
          </a:p>
        </p:txBody>
      </p:sp>
      <p:sp>
        <p:nvSpPr>
          <p:cNvPr id="6" name="Slide Number Placeholder 5"/>
          <p:cNvSpPr>
            <a:spLocks noGrp="1"/>
          </p:cNvSpPr>
          <p:nvPr>
            <p:ph type="sldNum" sz="quarter" idx="12"/>
          </p:nvPr>
        </p:nvSpPr>
        <p:spPr/>
        <p:txBody>
          <a:bodyPr/>
          <a:lstStyle/>
          <a:p>
            <a:fld id="{3FB4D746-536C-5F43-9CDA-58AA2D13BEE1}" type="slidenum">
              <a:rPr lang="en-US" smtClean="0"/>
              <a:t>8</a:t>
            </a:fld>
            <a:endParaRPr lang="en-US"/>
          </a:p>
        </p:txBody>
      </p:sp>
    </p:spTree>
    <p:extLst>
      <p:ext uri="{BB962C8B-B14F-4D97-AF65-F5344CB8AC3E}">
        <p14:creationId xmlns:p14="http://schemas.microsoft.com/office/powerpoint/2010/main" val="1552731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2367" y="107576"/>
            <a:ext cx="10723035" cy="1336956"/>
          </a:xfrm>
        </p:spPr>
        <p:txBody>
          <a:bodyPr/>
          <a:lstStyle/>
          <a:p>
            <a:r>
              <a:rPr lang="en-US" dirty="0"/>
              <a:t>XML in Practical Use</a:t>
            </a:r>
          </a:p>
        </p:txBody>
      </p:sp>
      <p:sp>
        <p:nvSpPr>
          <p:cNvPr id="3" name="Content Placeholder 2"/>
          <p:cNvSpPr>
            <a:spLocks noGrp="1"/>
          </p:cNvSpPr>
          <p:nvPr>
            <p:ph sz="half" idx="1"/>
          </p:nvPr>
        </p:nvSpPr>
        <p:spPr>
          <a:xfrm>
            <a:off x="732367" y="1600201"/>
            <a:ext cx="5120640" cy="4343400"/>
          </a:xfrm>
        </p:spPr>
        <p:txBody>
          <a:bodyPr>
            <a:normAutofit fontScale="77500" lnSpcReduction="20000"/>
          </a:bodyPr>
          <a:lstStyle/>
          <a:p>
            <a:r>
              <a:rPr lang="en-US" dirty="0"/>
              <a:t>XML is Often a Complement to HTML</a:t>
            </a:r>
          </a:p>
          <a:p>
            <a:r>
              <a:rPr lang="en-US" dirty="0"/>
              <a:t>In many HTML applications, </a:t>
            </a:r>
            <a:r>
              <a:rPr lang="en-US" b="1" u="sng" dirty="0"/>
              <a:t>XML is used to store or transport data, while HTML is used to format and display the same data</a:t>
            </a:r>
            <a:r>
              <a:rPr lang="en-US" dirty="0"/>
              <a:t>.</a:t>
            </a:r>
          </a:p>
          <a:p>
            <a:r>
              <a:rPr lang="en-US" dirty="0"/>
              <a:t>XML Separates Data from HTML</a:t>
            </a:r>
          </a:p>
          <a:p>
            <a:r>
              <a:rPr lang="en-US" dirty="0"/>
              <a:t>When displaying data in HTML, you should not have to edit the HTML file when the data changes.</a:t>
            </a:r>
          </a:p>
          <a:p>
            <a:r>
              <a:rPr lang="en-US" dirty="0"/>
              <a:t>With XML, the data can be stored in separate XML files.</a:t>
            </a:r>
          </a:p>
          <a:p>
            <a:r>
              <a:rPr lang="en-US" dirty="0"/>
              <a:t>With a few lines of JavaScript code, you can read an XML file and update the data content of any HTML page.</a:t>
            </a:r>
          </a:p>
          <a:p>
            <a:pPr marL="0" indent="0">
              <a:buNone/>
            </a:pPr>
            <a:r>
              <a:rPr lang="en-US" dirty="0">
                <a:hlinkClick r:id="rId3"/>
              </a:rPr>
              <a:t>https://www.w3schools.com/xml/xml_usedfor.asp</a:t>
            </a:r>
            <a:endParaRPr lang="en-US" dirty="0"/>
          </a:p>
          <a:p>
            <a:pPr marL="0" indent="0">
              <a:buNone/>
            </a:pPr>
            <a:endParaRPr lang="en-US" dirty="0"/>
          </a:p>
          <a:p>
            <a:endParaRPr lang="en-US" dirty="0"/>
          </a:p>
        </p:txBody>
      </p:sp>
      <p:sp>
        <p:nvSpPr>
          <p:cNvPr id="4" name="Content Placeholder 3"/>
          <p:cNvSpPr>
            <a:spLocks noGrp="1"/>
          </p:cNvSpPr>
          <p:nvPr>
            <p:ph sz="half" idx="2"/>
          </p:nvPr>
        </p:nvSpPr>
        <p:spPr>
          <a:xfrm>
            <a:off x="6334763" y="1600201"/>
            <a:ext cx="5120640" cy="4343400"/>
          </a:xfrm>
        </p:spPr>
        <p:txBody>
          <a:bodyPr>
            <a:noAutofit/>
          </a:bodyPr>
          <a:lstStyle/>
          <a:p>
            <a:r>
              <a:rPr lang="en-US" dirty="0"/>
              <a:t>SOAP</a:t>
            </a:r>
          </a:p>
          <a:p>
            <a:r>
              <a:rPr lang="en-US" dirty="0"/>
              <a:t>SVG</a:t>
            </a:r>
          </a:p>
          <a:p>
            <a:r>
              <a:rPr lang="en-US" dirty="0"/>
              <a:t>XBRL / </a:t>
            </a:r>
            <a:r>
              <a:rPr lang="en-US" dirty="0" err="1"/>
              <a:t>iXBRL</a:t>
            </a:r>
            <a:endParaRPr lang="en-US" dirty="0"/>
          </a:p>
          <a:p>
            <a:r>
              <a:rPr lang="en-US" dirty="0"/>
              <a:t>Arbitrary XMLXHTML</a:t>
            </a:r>
          </a:p>
          <a:p>
            <a:r>
              <a:rPr lang="en-US" dirty="0"/>
              <a:t>RSS</a:t>
            </a:r>
          </a:p>
          <a:p>
            <a:r>
              <a:rPr lang="en-US" dirty="0"/>
              <a:t>ATOM</a:t>
            </a:r>
          </a:p>
          <a:p>
            <a:r>
              <a:rPr lang="en-US" dirty="0"/>
              <a:t>RDF</a:t>
            </a:r>
          </a:p>
          <a:p>
            <a:endParaRPr lang="en-US" dirty="0"/>
          </a:p>
        </p:txBody>
      </p:sp>
      <p:sp>
        <p:nvSpPr>
          <p:cNvPr id="5" name="Date Placeholder 4"/>
          <p:cNvSpPr>
            <a:spLocks noGrp="1"/>
          </p:cNvSpPr>
          <p:nvPr>
            <p:ph type="dt" sz="half" idx="10"/>
          </p:nvPr>
        </p:nvSpPr>
        <p:spPr>
          <a:xfrm>
            <a:off x="609600" y="6356351"/>
            <a:ext cx="2844800" cy="365125"/>
          </a:xfrm>
        </p:spPr>
        <p:txBody>
          <a:bodyPr/>
          <a:lstStyle/>
          <a:p>
            <a:r>
              <a:rPr lang="en-US"/>
              <a:t>rev 24/9/23</a:t>
            </a:r>
          </a:p>
        </p:txBody>
      </p:sp>
      <p:sp>
        <p:nvSpPr>
          <p:cNvPr id="6" name="Footer Placeholder 5"/>
          <p:cNvSpPr>
            <a:spLocks noGrp="1"/>
          </p:cNvSpPr>
          <p:nvPr>
            <p:ph type="ftr" sz="quarter" idx="11"/>
          </p:nvPr>
        </p:nvSpPr>
        <p:spPr>
          <a:xfrm>
            <a:off x="4165600" y="6356351"/>
            <a:ext cx="3860800" cy="365125"/>
          </a:xfrm>
        </p:spPr>
        <p:txBody>
          <a:bodyPr/>
          <a:lstStyle/>
          <a:p>
            <a:r>
              <a:rPr lang="en-US"/>
              <a:t>Intro ITWS</a:t>
            </a:r>
          </a:p>
        </p:txBody>
      </p:sp>
      <p:sp>
        <p:nvSpPr>
          <p:cNvPr id="7" name="Slide Number Placeholder 6"/>
          <p:cNvSpPr>
            <a:spLocks noGrp="1"/>
          </p:cNvSpPr>
          <p:nvPr>
            <p:ph type="sldNum" sz="quarter" idx="12"/>
          </p:nvPr>
        </p:nvSpPr>
        <p:spPr>
          <a:xfrm>
            <a:off x="8737600" y="6356351"/>
            <a:ext cx="2844800" cy="365125"/>
          </a:xfrm>
        </p:spPr>
        <p:txBody>
          <a:bodyPr/>
          <a:lstStyle/>
          <a:p>
            <a:fld id="{3FB4D746-536C-5F43-9CDA-58AA2D13BEE1}" type="slidenum">
              <a:rPr lang="en-US" smtClean="0"/>
              <a:pPr/>
              <a:t>9</a:t>
            </a:fld>
            <a:endParaRPr lang="en-US"/>
          </a:p>
        </p:txBody>
      </p:sp>
    </p:spTree>
    <p:extLst>
      <p:ext uri="{BB962C8B-B14F-4D97-AF65-F5344CB8AC3E}">
        <p14:creationId xmlns:p14="http://schemas.microsoft.com/office/powerpoint/2010/main" val="705841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Example</a:t>
            </a:r>
          </a:p>
        </p:txBody>
      </p:sp>
      <p:sp>
        <p:nvSpPr>
          <p:cNvPr id="6" name="Content Placeholder 5"/>
          <p:cNvSpPr>
            <a:spLocks noGrp="1"/>
          </p:cNvSpPr>
          <p:nvPr>
            <p:ph idx="1"/>
          </p:nvPr>
        </p:nvSpPr>
        <p:spPr/>
        <p:txBody>
          <a:bodyPr/>
          <a:lstStyle/>
          <a:p>
            <a:r>
              <a:rPr lang="en-US" dirty="0"/>
              <a:t>http://events.rpi.edu/</a:t>
            </a:r>
          </a:p>
        </p:txBody>
      </p:sp>
      <p:sp>
        <p:nvSpPr>
          <p:cNvPr id="2" name="Date Placeholder 1"/>
          <p:cNvSpPr>
            <a:spLocks noGrp="1"/>
          </p:cNvSpPr>
          <p:nvPr>
            <p:ph type="dt" sz="half" idx="10"/>
          </p:nvPr>
        </p:nvSpPr>
        <p:spPr/>
        <p:txBody>
          <a:bodyPr/>
          <a:lstStyle/>
          <a:p>
            <a:r>
              <a:rPr lang="en-US"/>
              <a:t>rev 24/9/23</a:t>
            </a:r>
          </a:p>
        </p:txBody>
      </p:sp>
      <p:sp>
        <p:nvSpPr>
          <p:cNvPr id="3" name="Footer Placeholder 2"/>
          <p:cNvSpPr>
            <a:spLocks noGrp="1"/>
          </p:cNvSpPr>
          <p:nvPr>
            <p:ph type="ftr" sz="quarter" idx="11"/>
          </p:nvPr>
        </p:nvSpPr>
        <p:spPr/>
        <p:txBody>
          <a:bodyPr/>
          <a:lstStyle/>
          <a:p>
            <a:r>
              <a:rPr lang="en-US"/>
              <a:t>Intro ITWS</a:t>
            </a:r>
          </a:p>
        </p:txBody>
      </p:sp>
      <p:sp>
        <p:nvSpPr>
          <p:cNvPr id="4" name="Slide Number Placeholder 3"/>
          <p:cNvSpPr>
            <a:spLocks noGrp="1"/>
          </p:cNvSpPr>
          <p:nvPr>
            <p:ph type="sldNum" sz="quarter" idx="12"/>
          </p:nvPr>
        </p:nvSpPr>
        <p:spPr/>
        <p:txBody>
          <a:bodyPr/>
          <a:lstStyle/>
          <a:p>
            <a:fld id="{3FB4D746-536C-5F43-9CDA-58AA2D13BEE1}" type="slidenum">
              <a:rPr lang="en-US" smtClean="0"/>
              <a:t>10</a:t>
            </a:fld>
            <a:endParaRPr lang="en-US"/>
          </a:p>
        </p:txBody>
      </p:sp>
      <p:pic>
        <p:nvPicPr>
          <p:cNvPr id="8" name="Picture 7">
            <a:extLst>
              <a:ext uri="{FF2B5EF4-FFF2-40B4-BE49-F238E27FC236}">
                <a16:creationId xmlns:a16="http://schemas.microsoft.com/office/drawing/2014/main" id="{4D09A4B0-4B6C-51F8-99F4-5A23FF29BAEE}"/>
              </a:ext>
            </a:extLst>
          </p:cNvPr>
          <p:cNvPicPr>
            <a:picLocks noChangeAspect="1"/>
          </p:cNvPicPr>
          <p:nvPr/>
        </p:nvPicPr>
        <p:blipFill>
          <a:blip r:embed="rId2"/>
          <a:stretch>
            <a:fillRect/>
          </a:stretch>
        </p:blipFill>
        <p:spPr>
          <a:xfrm>
            <a:off x="3184821" y="2109418"/>
            <a:ext cx="5816600" cy="4246933"/>
          </a:xfrm>
          <a:prstGeom prst="rect">
            <a:avLst/>
          </a:prstGeom>
        </p:spPr>
      </p:pic>
    </p:spTree>
    <p:extLst>
      <p:ext uri="{BB962C8B-B14F-4D97-AF65-F5344CB8AC3E}">
        <p14:creationId xmlns:p14="http://schemas.microsoft.com/office/powerpoint/2010/main" val="405295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Example - HTML</a:t>
            </a:r>
          </a:p>
        </p:txBody>
      </p:sp>
      <p:sp>
        <p:nvSpPr>
          <p:cNvPr id="6" name="Content Placeholder 5"/>
          <p:cNvSpPr>
            <a:spLocks noGrp="1"/>
          </p:cNvSpPr>
          <p:nvPr>
            <p:ph idx="1"/>
          </p:nvPr>
        </p:nvSpPr>
        <p:spPr/>
        <p:txBody>
          <a:bodyPr/>
          <a:lstStyle/>
          <a:p>
            <a:r>
              <a:rPr lang="en-US" dirty="0"/>
              <a:t>http://events.rpi.edu/</a:t>
            </a:r>
          </a:p>
        </p:txBody>
      </p:sp>
      <p:sp>
        <p:nvSpPr>
          <p:cNvPr id="2" name="Date Placeholder 1"/>
          <p:cNvSpPr>
            <a:spLocks noGrp="1"/>
          </p:cNvSpPr>
          <p:nvPr>
            <p:ph type="dt" sz="half" idx="10"/>
          </p:nvPr>
        </p:nvSpPr>
        <p:spPr/>
        <p:txBody>
          <a:bodyPr/>
          <a:lstStyle/>
          <a:p>
            <a:r>
              <a:rPr lang="en-US"/>
              <a:t>rev 24/9/23</a:t>
            </a:r>
          </a:p>
        </p:txBody>
      </p:sp>
      <p:sp>
        <p:nvSpPr>
          <p:cNvPr id="3" name="Footer Placeholder 2"/>
          <p:cNvSpPr>
            <a:spLocks noGrp="1"/>
          </p:cNvSpPr>
          <p:nvPr>
            <p:ph type="ftr" sz="quarter" idx="11"/>
          </p:nvPr>
        </p:nvSpPr>
        <p:spPr/>
        <p:txBody>
          <a:bodyPr/>
          <a:lstStyle/>
          <a:p>
            <a:r>
              <a:rPr lang="en-US"/>
              <a:t>Intro ITWS</a:t>
            </a:r>
          </a:p>
        </p:txBody>
      </p:sp>
      <p:sp>
        <p:nvSpPr>
          <p:cNvPr id="4" name="Slide Number Placeholder 3"/>
          <p:cNvSpPr>
            <a:spLocks noGrp="1"/>
          </p:cNvSpPr>
          <p:nvPr>
            <p:ph type="sldNum" sz="quarter" idx="12"/>
          </p:nvPr>
        </p:nvSpPr>
        <p:spPr/>
        <p:txBody>
          <a:bodyPr/>
          <a:lstStyle/>
          <a:p>
            <a:fld id="{3FB4D746-536C-5F43-9CDA-58AA2D13BEE1}" type="slidenum">
              <a:rPr lang="en-US" smtClean="0"/>
              <a:t>11</a:t>
            </a:fld>
            <a:endParaRPr lang="en-US"/>
          </a:p>
        </p:txBody>
      </p:sp>
      <p:pic>
        <p:nvPicPr>
          <p:cNvPr id="7" name="Picture 6">
            <a:extLst>
              <a:ext uri="{FF2B5EF4-FFF2-40B4-BE49-F238E27FC236}">
                <a16:creationId xmlns:a16="http://schemas.microsoft.com/office/drawing/2014/main" id="{E59934BB-119E-9FFC-5FF9-B02F64F93A99}"/>
              </a:ext>
            </a:extLst>
          </p:cNvPr>
          <p:cNvPicPr>
            <a:picLocks noChangeAspect="1"/>
          </p:cNvPicPr>
          <p:nvPr/>
        </p:nvPicPr>
        <p:blipFill>
          <a:blip r:embed="rId2"/>
          <a:stretch>
            <a:fillRect/>
          </a:stretch>
        </p:blipFill>
        <p:spPr>
          <a:xfrm>
            <a:off x="1526159" y="2128073"/>
            <a:ext cx="7772400" cy="2719974"/>
          </a:xfrm>
          <a:prstGeom prst="rect">
            <a:avLst/>
          </a:prstGeom>
        </p:spPr>
      </p:pic>
      <p:pic>
        <p:nvPicPr>
          <p:cNvPr id="9" name="Picture 8">
            <a:extLst>
              <a:ext uri="{FF2B5EF4-FFF2-40B4-BE49-F238E27FC236}">
                <a16:creationId xmlns:a16="http://schemas.microsoft.com/office/drawing/2014/main" id="{0F1D8FDF-4424-692E-96C0-D8D368A63DDD}"/>
              </a:ext>
            </a:extLst>
          </p:cNvPr>
          <p:cNvPicPr>
            <a:picLocks noChangeAspect="1"/>
          </p:cNvPicPr>
          <p:nvPr/>
        </p:nvPicPr>
        <p:blipFill>
          <a:blip r:embed="rId3"/>
          <a:stretch>
            <a:fillRect/>
          </a:stretch>
        </p:blipFill>
        <p:spPr>
          <a:xfrm>
            <a:off x="5233012" y="3294062"/>
            <a:ext cx="5916976" cy="3107969"/>
          </a:xfrm>
          <a:prstGeom prst="rect">
            <a:avLst/>
          </a:prstGeom>
        </p:spPr>
      </p:pic>
    </p:spTree>
    <p:extLst>
      <p:ext uri="{BB962C8B-B14F-4D97-AF65-F5344CB8AC3E}">
        <p14:creationId xmlns:p14="http://schemas.microsoft.com/office/powerpoint/2010/main" val="968237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Basic Format</a:t>
            </a:r>
            <a:endParaRPr lang="en-US" dirty="0"/>
          </a:p>
        </p:txBody>
      </p:sp>
      <p:sp>
        <p:nvSpPr>
          <p:cNvPr id="6" name="Content Placeholder 5"/>
          <p:cNvSpPr>
            <a:spLocks noGrp="1"/>
          </p:cNvSpPr>
          <p:nvPr>
            <p:ph idx="1"/>
          </p:nvPr>
        </p:nvSpPr>
        <p:spPr/>
        <p:txBody>
          <a:bodyPr/>
          <a:lstStyle/>
          <a:p>
            <a:pPr marL="457200" indent="-457200">
              <a:buFont typeface="+mj-lt"/>
              <a:buAutoNum type="arabicPeriod"/>
            </a:pPr>
            <a:r>
              <a:rPr lang="en-US" sz="2000" dirty="0"/>
              <a:t>XML Declaration</a:t>
            </a:r>
          </a:p>
          <a:p>
            <a:pPr marL="457200" indent="-457200">
              <a:buFont typeface="+mj-lt"/>
              <a:buAutoNum type="arabicPeriod"/>
            </a:pPr>
            <a:r>
              <a:rPr lang="en-US" sz="2000" dirty="0"/>
              <a:t>Document Type Definition (DTD) with optional PUBLIC and SYSTEM identifiers, e.g. </a:t>
            </a:r>
            <a:br>
              <a:rPr lang="en-US" sz="2000" dirty="0"/>
            </a:br>
            <a:r>
              <a:rPr lang="en-US" sz="1800" b="1" dirty="0">
                <a:solidFill>
                  <a:srgbClr val="0070C0"/>
                </a:solidFill>
                <a:latin typeface="Courier New" pitchFamily="49" charset="0"/>
                <a:cs typeface="Courier New" pitchFamily="49" charset="0"/>
              </a:rPr>
              <a:t>&lt;!DOCTYPE HTML PUBLIC "-//W3C//DTD HTML 4.01//EN" "http://www.w3.org/TR/html4/</a:t>
            </a:r>
            <a:r>
              <a:rPr lang="en-US" sz="1800" b="1" dirty="0" err="1">
                <a:solidFill>
                  <a:srgbClr val="0070C0"/>
                </a:solidFill>
                <a:latin typeface="Courier New" pitchFamily="49" charset="0"/>
                <a:cs typeface="Courier New" pitchFamily="49" charset="0"/>
              </a:rPr>
              <a:t>strict.dtd</a:t>
            </a:r>
            <a:r>
              <a:rPr lang="en-US" sz="1800" b="1" dirty="0">
                <a:solidFill>
                  <a:srgbClr val="0070C0"/>
                </a:solidFill>
                <a:latin typeface="Courier New" pitchFamily="49" charset="0"/>
                <a:cs typeface="Courier New" pitchFamily="49" charset="0"/>
              </a:rPr>
              <a:t>"&gt;</a:t>
            </a:r>
            <a:endParaRPr lang="en-US" sz="2000" b="1" i="1" dirty="0">
              <a:solidFill>
                <a:srgbClr val="0070C0"/>
              </a:solidFill>
              <a:latin typeface="Courier New" pitchFamily="49" charset="0"/>
              <a:cs typeface="Courier New" pitchFamily="49" charset="0"/>
            </a:endParaRPr>
          </a:p>
          <a:p>
            <a:pPr marL="457200" indent="-457200">
              <a:buFont typeface="+mj-lt"/>
              <a:buAutoNum type="arabicPeriod"/>
            </a:pPr>
            <a:r>
              <a:rPr lang="en-US" sz="2000" dirty="0"/>
              <a:t>Document markup</a:t>
            </a:r>
          </a:p>
        </p:txBody>
      </p:sp>
      <p:sp>
        <p:nvSpPr>
          <p:cNvPr id="2" name="Date Placeholder 1"/>
          <p:cNvSpPr>
            <a:spLocks noGrp="1"/>
          </p:cNvSpPr>
          <p:nvPr>
            <p:ph type="dt" sz="half" idx="10"/>
          </p:nvPr>
        </p:nvSpPr>
        <p:spPr/>
        <p:txBody>
          <a:bodyPr/>
          <a:lstStyle/>
          <a:p>
            <a:r>
              <a:rPr lang="en-US"/>
              <a:t>rev 24/9/23</a:t>
            </a:r>
          </a:p>
        </p:txBody>
      </p:sp>
      <p:sp>
        <p:nvSpPr>
          <p:cNvPr id="3" name="Footer Placeholder 2"/>
          <p:cNvSpPr>
            <a:spLocks noGrp="1"/>
          </p:cNvSpPr>
          <p:nvPr>
            <p:ph type="ftr" sz="quarter" idx="11"/>
          </p:nvPr>
        </p:nvSpPr>
        <p:spPr/>
        <p:txBody>
          <a:bodyPr/>
          <a:lstStyle/>
          <a:p>
            <a:r>
              <a:rPr lang="en-US"/>
              <a:t>Intro ITWS</a:t>
            </a:r>
          </a:p>
        </p:txBody>
      </p:sp>
      <p:sp>
        <p:nvSpPr>
          <p:cNvPr id="4" name="Slide Number Placeholder 3"/>
          <p:cNvSpPr>
            <a:spLocks noGrp="1"/>
          </p:cNvSpPr>
          <p:nvPr>
            <p:ph type="sldNum" sz="quarter" idx="12"/>
          </p:nvPr>
        </p:nvSpPr>
        <p:spPr/>
        <p:txBody>
          <a:bodyPr/>
          <a:lstStyle/>
          <a:p>
            <a:fld id="{3FB4D746-536C-5F43-9CDA-58AA2D13BEE1}" type="slidenum">
              <a:rPr lang="en-US" smtClean="0"/>
              <a:t>12</a:t>
            </a:fld>
            <a:endParaRPr lang="en-US"/>
          </a:p>
        </p:txBody>
      </p:sp>
    </p:spTree>
    <p:extLst>
      <p:ext uri="{BB962C8B-B14F-4D97-AF65-F5344CB8AC3E}">
        <p14:creationId xmlns:p14="http://schemas.microsoft.com/office/powerpoint/2010/main" val="42002969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Basic Format</a:t>
            </a:r>
          </a:p>
        </p:txBody>
      </p:sp>
      <p:sp>
        <p:nvSpPr>
          <p:cNvPr id="6" name="Content Placeholder 5"/>
          <p:cNvSpPr>
            <a:spLocks noGrp="1"/>
          </p:cNvSpPr>
          <p:nvPr>
            <p:ph idx="1"/>
          </p:nvPr>
        </p:nvSpPr>
        <p:spPr/>
        <p:txBody>
          <a:bodyPr/>
          <a:lstStyle/>
          <a:p>
            <a:pPr marL="0" indent="0">
              <a:buNone/>
            </a:pPr>
            <a:r>
              <a:rPr lang="en-US" sz="1800" b="1" dirty="0">
                <a:latin typeface="Courier New" pitchFamily="49" charset="0"/>
                <a:cs typeface="Courier New" pitchFamily="49" charset="0"/>
              </a:rPr>
              <a:t>Example: </a:t>
            </a:r>
            <a:r>
              <a:rPr lang="en-US" sz="1800" b="1" dirty="0">
                <a:latin typeface="Courier New" pitchFamily="49" charset="0"/>
                <a:cs typeface="Courier New" pitchFamily="49" charset="0"/>
                <a:hlinkClick r:id="rId2"/>
              </a:rPr>
              <a:t>https://www.w3schools.com/xml/xml_usedfor.asp</a:t>
            </a:r>
            <a:endParaRPr lang="en-US" sz="1800" b="1" dirty="0">
              <a:latin typeface="Courier New" pitchFamily="49" charset="0"/>
              <a:cs typeface="Courier New" pitchFamily="49" charset="0"/>
            </a:endParaRPr>
          </a:p>
          <a:p>
            <a:pPr marL="0" indent="0">
              <a:buNone/>
            </a:pP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?xml</a:t>
            </a:r>
            <a:r>
              <a:rPr lang="en-US" sz="1600" b="0" i="0" dirty="0">
                <a:solidFill>
                  <a:srgbClr val="FF0000"/>
                </a:solidFill>
                <a:effectLst/>
                <a:latin typeface="Consolas" panose="020B0609020204030204" pitchFamily="49" charset="0"/>
              </a:rPr>
              <a:t> version</a:t>
            </a:r>
            <a:r>
              <a:rPr lang="en-US" sz="1600" b="0" i="0" dirty="0">
                <a:solidFill>
                  <a:srgbClr val="0000CD"/>
                </a:solidFill>
                <a:effectLst/>
                <a:latin typeface="Consolas" panose="020B0609020204030204" pitchFamily="49" charset="0"/>
              </a:rPr>
              <a:t>="1.0"</a:t>
            </a:r>
            <a:r>
              <a:rPr lang="en-US" sz="1600" b="0" i="0" dirty="0">
                <a:solidFill>
                  <a:srgbClr val="FF0000"/>
                </a:solidFill>
                <a:effectLst/>
                <a:latin typeface="Consolas" panose="020B0609020204030204" pitchFamily="49" charset="0"/>
              </a:rPr>
              <a:t> encoding</a:t>
            </a:r>
            <a:r>
              <a:rPr lang="en-US" sz="1600" b="0" i="0" dirty="0">
                <a:solidFill>
                  <a:srgbClr val="0000CD"/>
                </a:solidFill>
                <a:effectLst/>
                <a:latin typeface="Consolas" panose="020B0609020204030204" pitchFamily="49" charset="0"/>
              </a:rPr>
              <a:t>="UTF-8"</a:t>
            </a:r>
            <a:r>
              <a:rPr lang="en-US" sz="1600" b="0" i="0" dirty="0">
                <a:solidFill>
                  <a:srgbClr val="FF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&gt;</a:t>
            </a:r>
            <a:br>
              <a:rPr lang="en-US" sz="1600" dirty="0"/>
            </a:b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bookstore</a:t>
            </a:r>
            <a:r>
              <a:rPr lang="en-US" sz="1600" b="0" i="0" dirty="0">
                <a:solidFill>
                  <a:srgbClr val="0000CD"/>
                </a:solidFill>
                <a:effectLst/>
                <a:latin typeface="Consolas" panose="020B0609020204030204" pitchFamily="49" charset="0"/>
              </a:rPr>
              <a:t>&gt;</a:t>
            </a:r>
            <a:br>
              <a:rPr lang="en-US" sz="1600" dirty="0"/>
            </a:br>
            <a:br>
              <a:rPr lang="en-US" sz="1600" dirty="0"/>
            </a:br>
            <a:r>
              <a:rPr lang="en-US" sz="1600" b="0" i="0" dirty="0">
                <a:solidFill>
                  <a:srgbClr val="000000"/>
                </a:solidFill>
                <a:effectLst/>
                <a:latin typeface="Consolas" panose="020B0609020204030204" pitchFamily="49" charset="0"/>
              </a:rPr>
              <a:t>  </a:t>
            </a: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book</a:t>
            </a:r>
            <a:r>
              <a:rPr lang="en-US" sz="1600" b="0" i="0" dirty="0">
                <a:solidFill>
                  <a:srgbClr val="FF0000"/>
                </a:solidFill>
                <a:effectLst/>
                <a:latin typeface="Consolas" panose="020B0609020204030204" pitchFamily="49" charset="0"/>
              </a:rPr>
              <a:t> category</a:t>
            </a:r>
            <a:r>
              <a:rPr lang="en-US" sz="1600" b="0" i="0" dirty="0">
                <a:solidFill>
                  <a:srgbClr val="0000CD"/>
                </a:solidFill>
                <a:effectLst/>
                <a:latin typeface="Consolas" panose="020B0609020204030204" pitchFamily="49" charset="0"/>
              </a:rPr>
              <a:t>="cooking"&gt;</a:t>
            </a:r>
            <a:br>
              <a:rPr lang="en-US" sz="1600" dirty="0"/>
            </a:br>
            <a:r>
              <a:rPr lang="en-US" sz="1600" b="0" i="0" dirty="0">
                <a:solidFill>
                  <a:srgbClr val="000000"/>
                </a:solidFill>
                <a:effectLst/>
                <a:latin typeface="Consolas" panose="020B0609020204030204" pitchFamily="49" charset="0"/>
              </a:rPr>
              <a:t>    </a:t>
            </a: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title</a:t>
            </a:r>
            <a:r>
              <a:rPr lang="en-US" sz="1600" b="0" i="0" dirty="0">
                <a:solidFill>
                  <a:srgbClr val="FF0000"/>
                </a:solidFill>
                <a:effectLst/>
                <a:latin typeface="Consolas" panose="020B0609020204030204" pitchFamily="49" charset="0"/>
              </a:rPr>
              <a:t> lang</a:t>
            </a:r>
            <a:r>
              <a:rPr lang="en-US" sz="1600" b="0" i="0" dirty="0">
                <a:solidFill>
                  <a:srgbClr val="0000CD"/>
                </a:solidFill>
                <a:effectLst/>
                <a:latin typeface="Consolas" panose="020B0609020204030204" pitchFamily="49" charset="0"/>
              </a:rPr>
              <a:t>="</a:t>
            </a:r>
            <a:r>
              <a:rPr lang="en-US" sz="1600" b="0" i="0" dirty="0" err="1">
                <a:solidFill>
                  <a:srgbClr val="0000CD"/>
                </a:solidFill>
                <a:effectLst/>
                <a:latin typeface="Consolas" panose="020B0609020204030204" pitchFamily="49" charset="0"/>
              </a:rPr>
              <a:t>en</a:t>
            </a:r>
            <a:r>
              <a:rPr lang="en-US" sz="1600" b="0" i="0" dirty="0">
                <a:solidFill>
                  <a:srgbClr val="0000CD"/>
                </a:solidFill>
                <a:effectLst/>
                <a:latin typeface="Consolas" panose="020B0609020204030204" pitchFamily="49" charset="0"/>
              </a:rPr>
              <a:t>"&gt;</a:t>
            </a:r>
            <a:r>
              <a:rPr lang="en-US" sz="1600" b="0" i="0" dirty="0">
                <a:solidFill>
                  <a:srgbClr val="000000"/>
                </a:solidFill>
                <a:effectLst/>
                <a:latin typeface="Consolas" panose="020B0609020204030204" pitchFamily="49" charset="0"/>
              </a:rPr>
              <a:t>Everyday Italian</a:t>
            </a: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/title</a:t>
            </a:r>
            <a:r>
              <a:rPr lang="en-US" sz="1600" b="0" i="0" dirty="0">
                <a:solidFill>
                  <a:srgbClr val="0000CD"/>
                </a:solidFill>
                <a:effectLst/>
                <a:latin typeface="Consolas" panose="020B0609020204030204" pitchFamily="49" charset="0"/>
              </a:rPr>
              <a:t>&gt;</a:t>
            </a:r>
            <a:br>
              <a:rPr lang="en-US" sz="1600" dirty="0"/>
            </a:br>
            <a:r>
              <a:rPr lang="en-US" sz="1600" b="0" i="0" dirty="0">
                <a:solidFill>
                  <a:srgbClr val="000000"/>
                </a:solidFill>
                <a:effectLst/>
                <a:latin typeface="Consolas" panose="020B0609020204030204" pitchFamily="49" charset="0"/>
              </a:rPr>
              <a:t>    </a:t>
            </a: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author</a:t>
            </a:r>
            <a:r>
              <a:rPr lang="en-US" sz="1600" b="0" i="0" dirty="0">
                <a:solidFill>
                  <a:srgbClr val="0000CD"/>
                </a:solidFill>
                <a:effectLst/>
                <a:latin typeface="Consolas" panose="020B0609020204030204" pitchFamily="49" charset="0"/>
              </a:rPr>
              <a:t>&gt;</a:t>
            </a:r>
            <a:r>
              <a:rPr lang="en-US" sz="1600" b="0" i="0" dirty="0">
                <a:solidFill>
                  <a:srgbClr val="000000"/>
                </a:solidFill>
                <a:effectLst/>
                <a:latin typeface="Consolas" panose="020B0609020204030204" pitchFamily="49" charset="0"/>
              </a:rPr>
              <a:t>Giada De </a:t>
            </a:r>
            <a:r>
              <a:rPr lang="en-US" sz="1600" b="0" i="0" dirty="0" err="1">
                <a:solidFill>
                  <a:srgbClr val="000000"/>
                </a:solidFill>
                <a:effectLst/>
                <a:latin typeface="Consolas" panose="020B0609020204030204" pitchFamily="49" charset="0"/>
              </a:rPr>
              <a:t>Laurentiis</a:t>
            </a: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/author</a:t>
            </a:r>
            <a:r>
              <a:rPr lang="en-US" sz="1600" b="0" i="0" dirty="0">
                <a:solidFill>
                  <a:srgbClr val="0000CD"/>
                </a:solidFill>
                <a:effectLst/>
                <a:latin typeface="Consolas" panose="020B0609020204030204" pitchFamily="49" charset="0"/>
              </a:rPr>
              <a:t>&gt;</a:t>
            </a:r>
            <a:br>
              <a:rPr lang="en-US" sz="1600" dirty="0"/>
            </a:br>
            <a:r>
              <a:rPr lang="en-US" sz="1600" b="0" i="0" dirty="0">
                <a:solidFill>
                  <a:srgbClr val="000000"/>
                </a:solidFill>
                <a:effectLst/>
                <a:latin typeface="Consolas" panose="020B0609020204030204" pitchFamily="49" charset="0"/>
              </a:rPr>
              <a:t>    </a:t>
            </a: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year</a:t>
            </a:r>
            <a:r>
              <a:rPr lang="en-US" sz="1600" b="0" i="0" dirty="0">
                <a:solidFill>
                  <a:srgbClr val="0000CD"/>
                </a:solidFill>
                <a:effectLst/>
                <a:latin typeface="Consolas" panose="020B0609020204030204" pitchFamily="49" charset="0"/>
              </a:rPr>
              <a:t>&gt;</a:t>
            </a:r>
            <a:r>
              <a:rPr lang="en-US" sz="1600" b="0" i="0" dirty="0">
                <a:solidFill>
                  <a:srgbClr val="000000"/>
                </a:solidFill>
                <a:effectLst/>
                <a:latin typeface="Consolas" panose="020B0609020204030204" pitchFamily="49" charset="0"/>
              </a:rPr>
              <a:t>2005</a:t>
            </a: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/year</a:t>
            </a:r>
            <a:r>
              <a:rPr lang="en-US" sz="1600" b="0" i="0" dirty="0">
                <a:solidFill>
                  <a:srgbClr val="0000CD"/>
                </a:solidFill>
                <a:effectLst/>
                <a:latin typeface="Consolas" panose="020B0609020204030204" pitchFamily="49" charset="0"/>
              </a:rPr>
              <a:t>&gt;</a:t>
            </a:r>
            <a:br>
              <a:rPr lang="en-US" sz="1600" dirty="0"/>
            </a:br>
            <a:r>
              <a:rPr lang="en-US" sz="1600" b="0" i="0" dirty="0">
                <a:solidFill>
                  <a:srgbClr val="000000"/>
                </a:solidFill>
                <a:effectLst/>
                <a:latin typeface="Consolas" panose="020B0609020204030204" pitchFamily="49" charset="0"/>
              </a:rPr>
              <a:t>    </a:t>
            </a: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price</a:t>
            </a:r>
            <a:r>
              <a:rPr lang="en-US" sz="1600" b="0" i="0" dirty="0">
                <a:solidFill>
                  <a:srgbClr val="0000CD"/>
                </a:solidFill>
                <a:effectLst/>
                <a:latin typeface="Consolas" panose="020B0609020204030204" pitchFamily="49" charset="0"/>
              </a:rPr>
              <a:t>&gt;</a:t>
            </a:r>
            <a:r>
              <a:rPr lang="en-US" sz="1600" b="0" i="0" dirty="0">
                <a:solidFill>
                  <a:srgbClr val="000000"/>
                </a:solidFill>
                <a:effectLst/>
                <a:latin typeface="Consolas" panose="020B0609020204030204" pitchFamily="49" charset="0"/>
              </a:rPr>
              <a:t>30.00</a:t>
            </a: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/price</a:t>
            </a:r>
            <a:r>
              <a:rPr lang="en-US" sz="1600" b="0" i="0" dirty="0">
                <a:solidFill>
                  <a:srgbClr val="0000CD"/>
                </a:solidFill>
                <a:effectLst/>
                <a:latin typeface="Consolas" panose="020B0609020204030204" pitchFamily="49" charset="0"/>
              </a:rPr>
              <a:t>&gt;</a:t>
            </a:r>
            <a:br>
              <a:rPr lang="en-US" sz="1600" dirty="0"/>
            </a:br>
            <a:r>
              <a:rPr lang="en-US" sz="1600" b="0" i="0" dirty="0">
                <a:solidFill>
                  <a:srgbClr val="000000"/>
                </a:solidFill>
                <a:effectLst/>
                <a:latin typeface="Consolas" panose="020B0609020204030204" pitchFamily="49" charset="0"/>
              </a:rPr>
              <a:t>  </a:t>
            </a: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/book</a:t>
            </a:r>
            <a:r>
              <a:rPr lang="en-US" sz="1600" b="0" i="0" dirty="0">
                <a:solidFill>
                  <a:srgbClr val="0000CD"/>
                </a:solidFill>
                <a:effectLst/>
                <a:latin typeface="Consolas" panose="020B0609020204030204" pitchFamily="49" charset="0"/>
              </a:rPr>
              <a:t>&gt;</a:t>
            </a:r>
            <a:br>
              <a:rPr lang="en-US" sz="1600" dirty="0"/>
            </a:br>
            <a:br>
              <a:rPr lang="en-US" sz="1600" dirty="0"/>
            </a:br>
            <a:r>
              <a:rPr lang="en-US" sz="1600" b="0" i="0" dirty="0">
                <a:solidFill>
                  <a:srgbClr val="000000"/>
                </a:solidFill>
                <a:effectLst/>
                <a:latin typeface="Consolas" panose="020B0609020204030204" pitchFamily="49" charset="0"/>
              </a:rPr>
              <a:t>  </a:t>
            </a: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book</a:t>
            </a:r>
            <a:r>
              <a:rPr lang="en-US" sz="1600" b="0" i="0" dirty="0">
                <a:solidFill>
                  <a:srgbClr val="FF0000"/>
                </a:solidFill>
                <a:effectLst/>
                <a:latin typeface="Consolas" panose="020B0609020204030204" pitchFamily="49" charset="0"/>
              </a:rPr>
              <a:t> category</a:t>
            </a:r>
            <a:r>
              <a:rPr lang="en-US" sz="1600" b="0" i="0" dirty="0">
                <a:solidFill>
                  <a:srgbClr val="0000CD"/>
                </a:solidFill>
                <a:effectLst/>
                <a:latin typeface="Consolas" panose="020B0609020204030204" pitchFamily="49" charset="0"/>
              </a:rPr>
              <a:t>="children"&gt;</a:t>
            </a:r>
            <a:br>
              <a:rPr lang="en-US" sz="1600" dirty="0"/>
            </a:br>
            <a:r>
              <a:rPr lang="en-US" sz="1600" b="0" i="0" dirty="0">
                <a:solidFill>
                  <a:srgbClr val="000000"/>
                </a:solidFill>
                <a:effectLst/>
                <a:latin typeface="Consolas" panose="020B0609020204030204" pitchFamily="49" charset="0"/>
              </a:rPr>
              <a:t>    </a:t>
            </a: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title</a:t>
            </a:r>
            <a:r>
              <a:rPr lang="en-US" sz="1600" b="0" i="0" dirty="0">
                <a:solidFill>
                  <a:srgbClr val="FF0000"/>
                </a:solidFill>
                <a:effectLst/>
                <a:latin typeface="Consolas" panose="020B0609020204030204" pitchFamily="49" charset="0"/>
              </a:rPr>
              <a:t> lang</a:t>
            </a:r>
            <a:r>
              <a:rPr lang="en-US" sz="1600" b="0" i="0" dirty="0">
                <a:solidFill>
                  <a:srgbClr val="0000CD"/>
                </a:solidFill>
                <a:effectLst/>
                <a:latin typeface="Consolas" panose="020B0609020204030204" pitchFamily="49" charset="0"/>
              </a:rPr>
              <a:t>="</a:t>
            </a:r>
            <a:r>
              <a:rPr lang="en-US" sz="1600" b="0" i="0" dirty="0" err="1">
                <a:solidFill>
                  <a:srgbClr val="0000CD"/>
                </a:solidFill>
                <a:effectLst/>
                <a:latin typeface="Consolas" panose="020B0609020204030204" pitchFamily="49" charset="0"/>
              </a:rPr>
              <a:t>en</a:t>
            </a:r>
            <a:r>
              <a:rPr lang="en-US" sz="1600" b="0" i="0" dirty="0">
                <a:solidFill>
                  <a:srgbClr val="0000CD"/>
                </a:solidFill>
                <a:effectLst/>
                <a:latin typeface="Consolas" panose="020B0609020204030204" pitchFamily="49" charset="0"/>
              </a:rPr>
              <a:t>"&gt;</a:t>
            </a:r>
            <a:r>
              <a:rPr lang="en-US" sz="1600" b="0" i="0" dirty="0">
                <a:solidFill>
                  <a:srgbClr val="000000"/>
                </a:solidFill>
                <a:effectLst/>
                <a:latin typeface="Consolas" panose="020B0609020204030204" pitchFamily="49" charset="0"/>
              </a:rPr>
              <a:t>Harry Potter</a:t>
            </a: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/title</a:t>
            </a:r>
            <a:r>
              <a:rPr lang="en-US" sz="1600" b="0" i="0" dirty="0">
                <a:solidFill>
                  <a:srgbClr val="0000CD"/>
                </a:solidFill>
                <a:effectLst/>
                <a:latin typeface="Consolas" panose="020B0609020204030204" pitchFamily="49" charset="0"/>
              </a:rPr>
              <a:t>&gt;</a:t>
            </a:r>
            <a:br>
              <a:rPr lang="en-US" sz="1600" dirty="0"/>
            </a:br>
            <a:r>
              <a:rPr lang="en-US" sz="1600" b="0" i="0" dirty="0">
                <a:solidFill>
                  <a:srgbClr val="000000"/>
                </a:solidFill>
                <a:effectLst/>
                <a:latin typeface="Consolas" panose="020B0609020204030204" pitchFamily="49" charset="0"/>
              </a:rPr>
              <a:t>    </a:t>
            </a: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author</a:t>
            </a:r>
            <a:r>
              <a:rPr lang="en-US" sz="1600" b="0" i="0" dirty="0">
                <a:solidFill>
                  <a:srgbClr val="0000CD"/>
                </a:solidFill>
                <a:effectLst/>
                <a:latin typeface="Consolas" panose="020B0609020204030204" pitchFamily="49" charset="0"/>
              </a:rPr>
              <a:t>&gt;</a:t>
            </a:r>
            <a:r>
              <a:rPr lang="en-US" sz="1600" b="0" i="0" dirty="0">
                <a:solidFill>
                  <a:srgbClr val="000000"/>
                </a:solidFill>
                <a:effectLst/>
                <a:latin typeface="Consolas" panose="020B0609020204030204" pitchFamily="49" charset="0"/>
              </a:rPr>
              <a:t>J K. Rowling</a:t>
            </a: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/author</a:t>
            </a:r>
            <a:r>
              <a:rPr lang="en-US" sz="1600" b="0" i="0" dirty="0">
                <a:solidFill>
                  <a:srgbClr val="0000CD"/>
                </a:solidFill>
                <a:effectLst/>
                <a:latin typeface="Consolas" panose="020B0609020204030204" pitchFamily="49" charset="0"/>
              </a:rPr>
              <a:t>&gt;</a:t>
            </a:r>
            <a:br>
              <a:rPr lang="en-US" sz="1600" dirty="0"/>
            </a:br>
            <a:r>
              <a:rPr lang="en-US" sz="1600" b="0" i="0" dirty="0">
                <a:solidFill>
                  <a:srgbClr val="000000"/>
                </a:solidFill>
                <a:effectLst/>
                <a:latin typeface="Consolas" panose="020B0609020204030204" pitchFamily="49" charset="0"/>
              </a:rPr>
              <a:t>    </a:t>
            </a: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year</a:t>
            </a:r>
            <a:r>
              <a:rPr lang="en-US" sz="1600" b="0" i="0" dirty="0">
                <a:solidFill>
                  <a:srgbClr val="0000CD"/>
                </a:solidFill>
                <a:effectLst/>
                <a:latin typeface="Consolas" panose="020B0609020204030204" pitchFamily="49" charset="0"/>
              </a:rPr>
              <a:t>&gt;</a:t>
            </a:r>
            <a:r>
              <a:rPr lang="en-US" sz="1600" b="0" i="0" dirty="0">
                <a:solidFill>
                  <a:srgbClr val="000000"/>
                </a:solidFill>
                <a:effectLst/>
                <a:latin typeface="Consolas" panose="020B0609020204030204" pitchFamily="49" charset="0"/>
              </a:rPr>
              <a:t>2005</a:t>
            </a: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/year</a:t>
            </a:r>
            <a:r>
              <a:rPr lang="en-US" sz="1600" b="0" i="0" dirty="0">
                <a:solidFill>
                  <a:srgbClr val="0000CD"/>
                </a:solidFill>
                <a:effectLst/>
                <a:latin typeface="Consolas" panose="020B0609020204030204" pitchFamily="49" charset="0"/>
              </a:rPr>
              <a:t>&gt;</a:t>
            </a:r>
            <a:br>
              <a:rPr lang="en-US" sz="1600" dirty="0"/>
            </a:br>
            <a:r>
              <a:rPr lang="en-US" sz="1600" b="0" i="0" dirty="0">
                <a:solidFill>
                  <a:srgbClr val="000000"/>
                </a:solidFill>
                <a:effectLst/>
                <a:latin typeface="Consolas" panose="020B0609020204030204" pitchFamily="49" charset="0"/>
              </a:rPr>
              <a:t>    </a:t>
            </a: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price</a:t>
            </a:r>
            <a:r>
              <a:rPr lang="en-US" sz="1600" b="0" i="0" dirty="0">
                <a:solidFill>
                  <a:srgbClr val="0000CD"/>
                </a:solidFill>
                <a:effectLst/>
                <a:latin typeface="Consolas" panose="020B0609020204030204" pitchFamily="49" charset="0"/>
              </a:rPr>
              <a:t>&gt;</a:t>
            </a:r>
            <a:r>
              <a:rPr lang="en-US" sz="1600" b="0" i="0" dirty="0">
                <a:solidFill>
                  <a:srgbClr val="000000"/>
                </a:solidFill>
                <a:effectLst/>
                <a:latin typeface="Consolas" panose="020B0609020204030204" pitchFamily="49" charset="0"/>
              </a:rPr>
              <a:t>29.99</a:t>
            </a: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/price</a:t>
            </a:r>
            <a:r>
              <a:rPr lang="en-US" sz="1600" b="0" i="0" dirty="0">
                <a:solidFill>
                  <a:srgbClr val="0000CD"/>
                </a:solidFill>
                <a:effectLst/>
                <a:latin typeface="Consolas" panose="020B0609020204030204" pitchFamily="49" charset="0"/>
              </a:rPr>
              <a:t>&gt;</a:t>
            </a:r>
            <a:br>
              <a:rPr lang="en-US" sz="1600" dirty="0"/>
            </a:br>
            <a:r>
              <a:rPr lang="en-US" sz="1600" b="0" i="0" dirty="0">
                <a:solidFill>
                  <a:srgbClr val="000000"/>
                </a:solidFill>
                <a:effectLst/>
                <a:latin typeface="Consolas" panose="020B0609020204030204" pitchFamily="49" charset="0"/>
              </a:rPr>
              <a:t>  </a:t>
            </a: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/book</a:t>
            </a:r>
            <a:r>
              <a:rPr lang="en-US" sz="1600" b="0" i="0" dirty="0">
                <a:solidFill>
                  <a:srgbClr val="0000CD"/>
                </a:solidFill>
                <a:effectLst/>
                <a:latin typeface="Consolas" panose="020B0609020204030204" pitchFamily="49" charset="0"/>
              </a:rPr>
              <a:t>&gt;</a:t>
            </a:r>
            <a:endParaRPr lang="en-US" sz="2000" b="1" dirty="0">
              <a:latin typeface="Courier New" pitchFamily="49" charset="0"/>
              <a:cs typeface="Courier New" pitchFamily="49" charset="0"/>
            </a:endParaRPr>
          </a:p>
        </p:txBody>
      </p:sp>
      <p:sp>
        <p:nvSpPr>
          <p:cNvPr id="2" name="Date Placeholder 1"/>
          <p:cNvSpPr>
            <a:spLocks noGrp="1"/>
          </p:cNvSpPr>
          <p:nvPr>
            <p:ph type="dt" sz="half" idx="10"/>
          </p:nvPr>
        </p:nvSpPr>
        <p:spPr/>
        <p:txBody>
          <a:bodyPr/>
          <a:lstStyle/>
          <a:p>
            <a:r>
              <a:rPr lang="en-US"/>
              <a:t>rev 24/9/23</a:t>
            </a:r>
          </a:p>
        </p:txBody>
      </p:sp>
      <p:sp>
        <p:nvSpPr>
          <p:cNvPr id="3" name="Footer Placeholder 2"/>
          <p:cNvSpPr>
            <a:spLocks noGrp="1"/>
          </p:cNvSpPr>
          <p:nvPr>
            <p:ph type="ftr" sz="quarter" idx="11"/>
          </p:nvPr>
        </p:nvSpPr>
        <p:spPr/>
        <p:txBody>
          <a:bodyPr/>
          <a:lstStyle/>
          <a:p>
            <a:r>
              <a:rPr lang="en-US"/>
              <a:t>Intro ITWS</a:t>
            </a:r>
          </a:p>
        </p:txBody>
      </p:sp>
      <p:sp>
        <p:nvSpPr>
          <p:cNvPr id="4" name="Slide Number Placeholder 3"/>
          <p:cNvSpPr>
            <a:spLocks noGrp="1"/>
          </p:cNvSpPr>
          <p:nvPr>
            <p:ph type="sldNum" sz="quarter" idx="12"/>
          </p:nvPr>
        </p:nvSpPr>
        <p:spPr/>
        <p:txBody>
          <a:bodyPr/>
          <a:lstStyle/>
          <a:p>
            <a:fld id="{3FB4D746-536C-5F43-9CDA-58AA2D13BEE1}" type="slidenum">
              <a:rPr lang="en-US" smtClean="0"/>
              <a:t>13</a:t>
            </a:fld>
            <a:endParaRPr lang="en-US"/>
          </a:p>
        </p:txBody>
      </p:sp>
    </p:spTree>
    <p:extLst>
      <p:ext uri="{BB962C8B-B14F-4D97-AF65-F5344CB8AC3E}">
        <p14:creationId xmlns:p14="http://schemas.microsoft.com/office/powerpoint/2010/main" val="7018984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Basic Format</a:t>
            </a:r>
            <a:endParaRPr lang="en-US" dirty="0"/>
          </a:p>
        </p:txBody>
      </p:sp>
      <p:sp>
        <p:nvSpPr>
          <p:cNvPr id="6" name="Content Placeholder 5"/>
          <p:cNvSpPr>
            <a:spLocks noGrp="1"/>
          </p:cNvSpPr>
          <p:nvPr>
            <p:ph idx="1"/>
          </p:nvPr>
        </p:nvSpPr>
        <p:spPr/>
        <p:txBody>
          <a:bodyPr/>
          <a:lstStyle/>
          <a:p>
            <a:pPr marL="457200" indent="-457200">
              <a:buFont typeface="+mj-lt"/>
              <a:buAutoNum type="arabicPeriod"/>
            </a:pPr>
            <a:r>
              <a:rPr lang="en-US" sz="2000" dirty="0"/>
              <a:t>XML Declaration </a:t>
            </a:r>
          </a:p>
          <a:p>
            <a:pPr marL="336965" lvl="1" indent="0">
              <a:buNone/>
            </a:pPr>
            <a:r>
              <a:rPr lang="en-US" sz="1800" dirty="0"/>
              <a:t>	&lt;?xml version="1.0" encoding="UTF-8" ?&gt;  </a:t>
            </a:r>
          </a:p>
          <a:p>
            <a:pPr marL="457200" indent="-457200">
              <a:buFont typeface="+mj-lt"/>
              <a:buAutoNum type="arabicPeriod"/>
            </a:pPr>
            <a:r>
              <a:rPr lang="en-US" sz="2000" dirty="0"/>
              <a:t>Document Type Definition (DTD)</a:t>
            </a:r>
            <a:br>
              <a:rPr lang="en-US" sz="2000" dirty="0"/>
            </a:br>
            <a:r>
              <a:rPr lang="en-US" sz="2000" dirty="0"/>
              <a:t>	</a:t>
            </a:r>
            <a:r>
              <a:rPr lang="en-US" sz="1800" b="1" dirty="0">
                <a:latin typeface="Kozuka Gothic Pro M"/>
                <a:ea typeface="Kozuka Gothic Pro M"/>
                <a:cs typeface="Kozuka Gothic Pro M"/>
              </a:rPr>
              <a:t>&lt;!DOCTYPE book SYSTEM "</a:t>
            </a:r>
            <a:r>
              <a:rPr lang="en-US" sz="1800" b="1" dirty="0" err="1">
                <a:latin typeface="Kozuka Gothic Pro M"/>
                <a:ea typeface="Kozuka Gothic Pro M"/>
                <a:cs typeface="Kozuka Gothic Pro M"/>
              </a:rPr>
              <a:t>book.dtd</a:t>
            </a:r>
            <a:r>
              <a:rPr lang="en-US" sz="1800" b="1" dirty="0">
                <a:latin typeface="Kozuka Gothic Pro M"/>
                <a:ea typeface="Kozuka Gothic Pro M"/>
                <a:cs typeface="Kozuka Gothic Pro M"/>
              </a:rPr>
              <a:t>”&gt;</a:t>
            </a:r>
          </a:p>
          <a:p>
            <a:pPr lvl="1"/>
            <a:r>
              <a:rPr lang="en-US" sz="1800" dirty="0"/>
              <a:t>DTD defines the syntax of the document type in use</a:t>
            </a:r>
          </a:p>
          <a:p>
            <a:pPr lvl="1"/>
            <a:r>
              <a:rPr lang="en-US" sz="1800" dirty="0"/>
              <a:t>Allows for validity checking (e.g. validating XHTML 1.0)</a:t>
            </a:r>
          </a:p>
          <a:p>
            <a:pPr lvl="1"/>
            <a:r>
              <a:rPr lang="en-US" sz="1800" dirty="0"/>
              <a:t>PUBLIC identifier expresses what kind of document it is (as an </a:t>
            </a:r>
            <a:r>
              <a:rPr lang="en-US" sz="1800" dirty="0">
                <a:hlinkClick r:id="rId2"/>
              </a:rPr>
              <a:t>FPI</a:t>
            </a:r>
            <a:r>
              <a:rPr lang="en-US" sz="1800" dirty="0"/>
              <a:t>)</a:t>
            </a:r>
          </a:p>
          <a:p>
            <a:pPr lvl="1"/>
            <a:r>
              <a:rPr lang="en-US" sz="1800" dirty="0"/>
              <a:t>SYSTEM identifier specified the location of the DTD (as a URI)</a:t>
            </a:r>
          </a:p>
          <a:p>
            <a:pPr lvl="1"/>
            <a:r>
              <a:rPr lang="en-US" sz="1800" dirty="0"/>
              <a:t>(</a:t>
            </a:r>
            <a:r>
              <a:rPr lang="en-US" sz="1800" i="1" dirty="0"/>
              <a:t>Note</a:t>
            </a:r>
            <a:r>
              <a:rPr lang="en-US" sz="1800" dirty="0"/>
              <a:t>: XML Schema is an alternative to DTDs...)</a:t>
            </a:r>
          </a:p>
          <a:p>
            <a:pPr lvl="1"/>
            <a:r>
              <a:rPr lang="en-US" sz="1800" b="1" dirty="0"/>
              <a:t>Neither a DTD nor a schema is required</a:t>
            </a:r>
          </a:p>
          <a:p>
            <a:pPr marL="457200" indent="-457200">
              <a:buFont typeface="+mj-lt"/>
              <a:buAutoNum type="arabicPeriod"/>
            </a:pPr>
            <a:r>
              <a:rPr lang="en-US" sz="2000" dirty="0"/>
              <a:t>Document markup</a:t>
            </a:r>
          </a:p>
        </p:txBody>
      </p:sp>
      <p:sp>
        <p:nvSpPr>
          <p:cNvPr id="2" name="Date Placeholder 1"/>
          <p:cNvSpPr>
            <a:spLocks noGrp="1"/>
          </p:cNvSpPr>
          <p:nvPr>
            <p:ph type="dt" sz="half" idx="10"/>
          </p:nvPr>
        </p:nvSpPr>
        <p:spPr/>
        <p:txBody>
          <a:bodyPr/>
          <a:lstStyle/>
          <a:p>
            <a:r>
              <a:rPr lang="en-US"/>
              <a:t>rev 24/9/23</a:t>
            </a:r>
          </a:p>
        </p:txBody>
      </p:sp>
      <p:sp>
        <p:nvSpPr>
          <p:cNvPr id="3" name="Footer Placeholder 2"/>
          <p:cNvSpPr>
            <a:spLocks noGrp="1"/>
          </p:cNvSpPr>
          <p:nvPr>
            <p:ph type="ftr" sz="quarter" idx="11"/>
          </p:nvPr>
        </p:nvSpPr>
        <p:spPr/>
        <p:txBody>
          <a:bodyPr/>
          <a:lstStyle/>
          <a:p>
            <a:r>
              <a:rPr lang="en-US"/>
              <a:t>Intro ITWS</a:t>
            </a:r>
          </a:p>
        </p:txBody>
      </p:sp>
      <p:sp>
        <p:nvSpPr>
          <p:cNvPr id="4" name="Slide Number Placeholder 3"/>
          <p:cNvSpPr>
            <a:spLocks noGrp="1"/>
          </p:cNvSpPr>
          <p:nvPr>
            <p:ph type="sldNum" sz="quarter" idx="12"/>
          </p:nvPr>
        </p:nvSpPr>
        <p:spPr/>
        <p:txBody>
          <a:bodyPr/>
          <a:lstStyle/>
          <a:p>
            <a:fld id="{3FB4D746-536C-5F43-9CDA-58AA2D13BEE1}" type="slidenum">
              <a:rPr lang="en-US" smtClean="0"/>
              <a:t>14</a:t>
            </a:fld>
            <a:endParaRPr lang="en-US"/>
          </a:p>
        </p:txBody>
      </p:sp>
    </p:spTree>
    <p:extLst>
      <p:ext uri="{BB962C8B-B14F-4D97-AF65-F5344CB8AC3E}">
        <p14:creationId xmlns:p14="http://schemas.microsoft.com/office/powerpoint/2010/main" val="966811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63E6C-3D41-AA00-09CF-0AF2AF1F33F6}"/>
              </a:ext>
            </a:extLst>
          </p:cNvPr>
          <p:cNvSpPr>
            <a:spLocks noGrp="1"/>
          </p:cNvSpPr>
          <p:nvPr>
            <p:ph type="title"/>
          </p:nvPr>
        </p:nvSpPr>
        <p:spPr>
          <a:xfrm>
            <a:off x="731521" y="108012"/>
            <a:ext cx="10723200" cy="696219"/>
          </a:xfrm>
        </p:spPr>
        <p:txBody>
          <a:bodyPr/>
          <a:lstStyle/>
          <a:p>
            <a:r>
              <a:rPr lang="en-US" dirty="0"/>
              <a:t>&lt;aside/&gt;</a:t>
            </a:r>
          </a:p>
        </p:txBody>
      </p:sp>
      <p:sp>
        <p:nvSpPr>
          <p:cNvPr id="3" name="Content Placeholder 2">
            <a:extLst>
              <a:ext uri="{FF2B5EF4-FFF2-40B4-BE49-F238E27FC236}">
                <a16:creationId xmlns:a16="http://schemas.microsoft.com/office/drawing/2014/main" id="{439D07B0-21A2-6F44-F19F-D5CFB7CCBCA4}"/>
              </a:ext>
            </a:extLst>
          </p:cNvPr>
          <p:cNvSpPr>
            <a:spLocks noGrp="1"/>
          </p:cNvSpPr>
          <p:nvPr>
            <p:ph idx="1"/>
          </p:nvPr>
        </p:nvSpPr>
        <p:spPr>
          <a:xfrm>
            <a:off x="731521" y="914400"/>
            <a:ext cx="10723200" cy="5029104"/>
          </a:xfrm>
        </p:spPr>
        <p:txBody>
          <a:bodyPr/>
          <a:lstStyle/>
          <a:p>
            <a:r>
              <a:rPr lang="en-US" dirty="0"/>
              <a:t>XML – DTD and Schema – </a:t>
            </a:r>
            <a:r>
              <a:rPr lang="en-US" dirty="0">
                <a:hlinkClick r:id="rId2"/>
              </a:rPr>
              <a:t>W3Schools</a:t>
            </a:r>
            <a:endParaRPr lang="en-US" dirty="0"/>
          </a:p>
          <a:p>
            <a:pPr lvl="1"/>
            <a:r>
              <a:rPr lang="en-US" dirty="0"/>
              <a:t>DTD – Data Type Definition an external file used to describe the XML tags</a:t>
            </a:r>
          </a:p>
          <a:p>
            <a:pPr marL="685450" lvl="2" indent="0">
              <a:buNone/>
            </a:pPr>
            <a:endParaRPr lang="en-US" dirty="0"/>
          </a:p>
          <a:p>
            <a:pPr lvl="2"/>
            <a:endParaRPr lang="en-US" dirty="0"/>
          </a:p>
          <a:p>
            <a:pPr lvl="2"/>
            <a:r>
              <a:rPr lang="en-US" dirty="0"/>
              <a:t>Reference in your XML with</a:t>
            </a:r>
          </a:p>
          <a:p>
            <a:pPr marL="349925" lvl="1" indent="0">
              <a:buNone/>
            </a:pPr>
            <a:r>
              <a:rPr lang="en-US" sz="2400" b="0" i="0" dirty="0">
                <a:solidFill>
                  <a:srgbClr val="0000CD"/>
                </a:solidFill>
                <a:effectLst/>
                <a:latin typeface="Consolas" panose="020B0609020204030204" pitchFamily="49" charset="0"/>
              </a:rPr>
              <a:t>	</a:t>
            </a:r>
            <a:r>
              <a:rPr lang="en-US" sz="1600" b="0" i="0" dirty="0">
                <a:solidFill>
                  <a:srgbClr val="0000CD"/>
                </a:solidFill>
                <a:effectLst/>
                <a:latin typeface="Consolas" panose="020B0609020204030204" pitchFamily="49" charset="0"/>
              </a:rPr>
              <a:t>&lt;</a:t>
            </a:r>
            <a:r>
              <a:rPr lang="en-US" sz="1600" b="0" i="0" dirty="0">
                <a:solidFill>
                  <a:srgbClr val="A52A2A"/>
                </a:solidFill>
                <a:effectLst/>
                <a:latin typeface="Consolas" panose="020B0609020204030204" pitchFamily="49" charset="0"/>
              </a:rPr>
              <a:t>!DOCTYPE</a:t>
            </a:r>
            <a:r>
              <a:rPr lang="en-US" sz="1600" b="0" i="0" dirty="0">
                <a:solidFill>
                  <a:srgbClr val="FF0000"/>
                </a:solidFill>
                <a:effectLst/>
                <a:latin typeface="Consolas" panose="020B0609020204030204" pitchFamily="49" charset="0"/>
              </a:rPr>
              <a:t> note SYSTEM "https://www.w3schools.com/xml/</a:t>
            </a:r>
            <a:r>
              <a:rPr lang="en-US" sz="1600" b="0" i="0" dirty="0" err="1">
                <a:solidFill>
                  <a:srgbClr val="FF0000"/>
                </a:solidFill>
                <a:effectLst/>
                <a:latin typeface="Consolas" panose="020B0609020204030204" pitchFamily="49" charset="0"/>
              </a:rPr>
              <a:t>note.dtd</a:t>
            </a:r>
            <a:r>
              <a:rPr lang="en-US" sz="1600" b="0" i="0" dirty="0">
                <a:solidFill>
                  <a:srgbClr val="FF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&gt;</a:t>
            </a:r>
          </a:p>
          <a:p>
            <a:pPr marL="685450" lvl="2" indent="0">
              <a:buNone/>
            </a:pPr>
            <a:endParaRPr lang="en-US" sz="1400" dirty="0"/>
          </a:p>
          <a:p>
            <a:pPr lvl="1"/>
            <a:r>
              <a:rPr lang="en-US" dirty="0"/>
              <a:t>Schema – an external XML file to describe the tags </a:t>
            </a:r>
            <a:r>
              <a:rPr lang="en-US" dirty="0">
                <a:sym typeface="Wingdings" pitchFamily="2" charset="2"/>
              </a:rPr>
              <a:t></a:t>
            </a:r>
            <a:endParaRPr lang="en-US" dirty="0"/>
          </a:p>
          <a:p>
            <a:pPr lvl="2"/>
            <a:r>
              <a:rPr lang="en-US" dirty="0"/>
              <a:t>Reference in your XML with</a:t>
            </a:r>
          </a:p>
          <a:p>
            <a:pPr marL="349925" lvl="1" indent="0">
              <a:buNone/>
            </a:pPr>
            <a:endParaRPr lang="en-US" dirty="0"/>
          </a:p>
        </p:txBody>
      </p:sp>
      <p:sp>
        <p:nvSpPr>
          <p:cNvPr id="4" name="Date Placeholder 3">
            <a:extLst>
              <a:ext uri="{FF2B5EF4-FFF2-40B4-BE49-F238E27FC236}">
                <a16:creationId xmlns:a16="http://schemas.microsoft.com/office/drawing/2014/main" id="{7DBCBA8E-1CB9-4DC8-8640-395F24D649A3}"/>
              </a:ext>
            </a:extLst>
          </p:cNvPr>
          <p:cNvSpPr>
            <a:spLocks noGrp="1"/>
          </p:cNvSpPr>
          <p:nvPr>
            <p:ph type="dt" sz="half" idx="10"/>
          </p:nvPr>
        </p:nvSpPr>
        <p:spPr/>
        <p:txBody>
          <a:bodyPr/>
          <a:lstStyle/>
          <a:p>
            <a:r>
              <a:rPr lang="en-US"/>
              <a:t>rev 24/9/23</a:t>
            </a:r>
            <a:endParaRPr lang="en-US" dirty="0"/>
          </a:p>
        </p:txBody>
      </p:sp>
      <p:sp>
        <p:nvSpPr>
          <p:cNvPr id="5" name="Footer Placeholder 4">
            <a:extLst>
              <a:ext uri="{FF2B5EF4-FFF2-40B4-BE49-F238E27FC236}">
                <a16:creationId xmlns:a16="http://schemas.microsoft.com/office/drawing/2014/main" id="{9BD99EA1-F738-A2E0-0230-6DC561576DA3}"/>
              </a:ext>
            </a:extLst>
          </p:cNvPr>
          <p:cNvSpPr>
            <a:spLocks noGrp="1"/>
          </p:cNvSpPr>
          <p:nvPr>
            <p:ph type="ftr" sz="quarter" idx="11"/>
          </p:nvPr>
        </p:nvSpPr>
        <p:spPr/>
        <p:txBody>
          <a:bodyPr/>
          <a:lstStyle/>
          <a:p>
            <a:r>
              <a:rPr lang="en-US"/>
              <a:t>Intro ITWS</a:t>
            </a:r>
          </a:p>
        </p:txBody>
      </p:sp>
      <p:sp>
        <p:nvSpPr>
          <p:cNvPr id="6" name="Slide Number Placeholder 5">
            <a:extLst>
              <a:ext uri="{FF2B5EF4-FFF2-40B4-BE49-F238E27FC236}">
                <a16:creationId xmlns:a16="http://schemas.microsoft.com/office/drawing/2014/main" id="{05C65549-3C36-9AD7-21A2-A21B16B4FE8E}"/>
              </a:ext>
            </a:extLst>
          </p:cNvPr>
          <p:cNvSpPr>
            <a:spLocks noGrp="1"/>
          </p:cNvSpPr>
          <p:nvPr>
            <p:ph type="sldNum" sz="quarter" idx="12"/>
          </p:nvPr>
        </p:nvSpPr>
        <p:spPr/>
        <p:txBody>
          <a:bodyPr/>
          <a:lstStyle/>
          <a:p>
            <a:fld id="{3FB4D746-536C-5F43-9CDA-58AA2D13BEE1}" type="slidenum">
              <a:rPr lang="en-US" smtClean="0"/>
              <a:t>15</a:t>
            </a:fld>
            <a:endParaRPr lang="en-US"/>
          </a:p>
        </p:txBody>
      </p:sp>
      <p:pic>
        <p:nvPicPr>
          <p:cNvPr id="7" name="Picture 6">
            <a:extLst>
              <a:ext uri="{FF2B5EF4-FFF2-40B4-BE49-F238E27FC236}">
                <a16:creationId xmlns:a16="http://schemas.microsoft.com/office/drawing/2014/main" id="{E1197CD3-F1CB-892F-B765-83DBB89920E2}"/>
              </a:ext>
            </a:extLst>
          </p:cNvPr>
          <p:cNvPicPr>
            <a:picLocks noChangeAspect="1"/>
          </p:cNvPicPr>
          <p:nvPr/>
        </p:nvPicPr>
        <p:blipFill>
          <a:blip r:embed="rId3"/>
          <a:stretch>
            <a:fillRect/>
          </a:stretch>
        </p:blipFill>
        <p:spPr>
          <a:xfrm>
            <a:off x="8560718" y="3605956"/>
            <a:ext cx="3567110" cy="2932957"/>
          </a:xfrm>
          <a:prstGeom prst="rect">
            <a:avLst/>
          </a:prstGeom>
        </p:spPr>
      </p:pic>
      <p:pic>
        <p:nvPicPr>
          <p:cNvPr id="8" name="Picture 7">
            <a:extLst>
              <a:ext uri="{FF2B5EF4-FFF2-40B4-BE49-F238E27FC236}">
                <a16:creationId xmlns:a16="http://schemas.microsoft.com/office/drawing/2014/main" id="{30DD5135-7FCF-7CC5-4895-451EE04E72D4}"/>
              </a:ext>
            </a:extLst>
          </p:cNvPr>
          <p:cNvPicPr>
            <a:picLocks noChangeAspect="1"/>
          </p:cNvPicPr>
          <p:nvPr/>
        </p:nvPicPr>
        <p:blipFill>
          <a:blip r:embed="rId4"/>
          <a:stretch>
            <a:fillRect/>
          </a:stretch>
        </p:blipFill>
        <p:spPr>
          <a:xfrm>
            <a:off x="2121359" y="4586329"/>
            <a:ext cx="4927600" cy="1770022"/>
          </a:xfrm>
          <a:prstGeom prst="rect">
            <a:avLst/>
          </a:prstGeom>
        </p:spPr>
      </p:pic>
      <p:pic>
        <p:nvPicPr>
          <p:cNvPr id="9" name="Picture 8">
            <a:extLst>
              <a:ext uri="{FF2B5EF4-FFF2-40B4-BE49-F238E27FC236}">
                <a16:creationId xmlns:a16="http://schemas.microsoft.com/office/drawing/2014/main" id="{B141F280-A519-BD3A-D831-1E38C17ABBF7}"/>
              </a:ext>
            </a:extLst>
          </p:cNvPr>
          <p:cNvPicPr>
            <a:picLocks noChangeAspect="1"/>
          </p:cNvPicPr>
          <p:nvPr/>
        </p:nvPicPr>
        <p:blipFill>
          <a:blip r:embed="rId5"/>
          <a:stretch>
            <a:fillRect/>
          </a:stretch>
        </p:blipFill>
        <p:spPr>
          <a:xfrm>
            <a:off x="2078516" y="1737037"/>
            <a:ext cx="2514829" cy="792072"/>
          </a:xfrm>
          <a:prstGeom prst="rect">
            <a:avLst/>
          </a:prstGeom>
        </p:spPr>
      </p:pic>
    </p:spTree>
    <p:extLst>
      <p:ext uri="{BB962C8B-B14F-4D97-AF65-F5344CB8AC3E}">
        <p14:creationId xmlns:p14="http://schemas.microsoft.com/office/powerpoint/2010/main" val="353499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From this...</a:t>
            </a:r>
          </a:p>
        </p:txBody>
      </p:sp>
      <p:sp>
        <p:nvSpPr>
          <p:cNvPr id="3" name="Content Placeholder 2"/>
          <p:cNvSpPr>
            <a:spLocks noGrp="1"/>
          </p:cNvSpPr>
          <p:nvPr>
            <p:ph idx="1"/>
          </p:nvPr>
        </p:nvSpPr>
        <p:spPr/>
        <p:txBody>
          <a:bodyPr/>
          <a:lstStyle/>
          <a:p>
            <a:pPr marL="0" indent="0">
              <a:buNone/>
            </a:pPr>
            <a:r>
              <a:rPr lang="en-US" sz="1400" b="1" dirty="0">
                <a:latin typeface="Courier New" pitchFamily="49" charset="0"/>
                <a:cs typeface="Courier New" pitchFamily="49" charset="0"/>
              </a:rPr>
              <a:t>&lt;!DOCTYPE html PUBLIC "-//W3C//DTD XHTML 1.0 Strict//EN" </a:t>
            </a:r>
            <a:br>
              <a:rPr lang="en-US" sz="1400" b="1" dirty="0">
                <a:latin typeface="Courier New" pitchFamily="49" charset="0"/>
                <a:cs typeface="Courier New" pitchFamily="49" charset="0"/>
              </a:rPr>
            </a:br>
            <a:r>
              <a:rPr lang="en-US" sz="1400" b="1" dirty="0">
                <a:latin typeface="Courier New" pitchFamily="49" charset="0"/>
                <a:cs typeface="Courier New" pitchFamily="49" charset="0"/>
              </a:rPr>
              <a:t>               "http://www.w3.org/TR/xhtml1/DTD/xhtml1-strict.dtd"&gt;</a:t>
            </a:r>
            <a:br>
              <a:rPr lang="en-US" sz="1400" b="1" dirty="0">
                <a:latin typeface="Courier New" pitchFamily="49" charset="0"/>
                <a:cs typeface="Courier New" pitchFamily="49" charset="0"/>
              </a:rPr>
            </a:br>
            <a:br>
              <a:rPr lang="en-US" sz="1400" b="1" dirty="0">
                <a:latin typeface="Courier New" pitchFamily="49" charset="0"/>
                <a:cs typeface="Courier New" pitchFamily="49" charset="0"/>
              </a:rPr>
            </a:br>
            <a:r>
              <a:rPr lang="en-US" sz="2000" b="1" dirty="0">
                <a:latin typeface="Courier New" pitchFamily="49" charset="0"/>
                <a:cs typeface="Courier New" pitchFamily="49" charset="0"/>
              </a:rPr>
              <a:t>&lt;html </a:t>
            </a:r>
            <a:r>
              <a:rPr lang="en-US" sz="2000" b="1" dirty="0" err="1">
                <a:latin typeface="Courier New" pitchFamily="49" charset="0"/>
                <a:cs typeface="Courier New" pitchFamily="49" charset="0"/>
              </a:rPr>
              <a:t>xmlns</a:t>
            </a:r>
            <a:r>
              <a:rPr lang="en-US" sz="2000" b="1" dirty="0">
                <a:latin typeface="Courier New" pitchFamily="49" charset="0"/>
                <a:cs typeface="Courier New" pitchFamily="49" charset="0"/>
              </a:rPr>
              <a:t>="http://www.w3.org/1999/xhtml"&gt;</a:t>
            </a:r>
            <a:br>
              <a:rPr lang="en-US" sz="2000" b="1" dirty="0">
                <a:latin typeface="Courier New" pitchFamily="49" charset="0"/>
                <a:cs typeface="Courier New" pitchFamily="49" charset="0"/>
              </a:rPr>
            </a:br>
            <a:r>
              <a:rPr lang="en-US" sz="2000" b="1" dirty="0">
                <a:latin typeface="Courier New" pitchFamily="49" charset="0"/>
                <a:cs typeface="Courier New" pitchFamily="49" charset="0"/>
              </a:rPr>
              <a:t>  &lt;head&gt;</a:t>
            </a:r>
            <a:br>
              <a:rPr lang="en-US" sz="2000" b="1" dirty="0">
                <a:latin typeface="Courier New" pitchFamily="49" charset="0"/>
                <a:cs typeface="Courier New" pitchFamily="49" charset="0"/>
              </a:rPr>
            </a:br>
            <a:r>
              <a:rPr lang="en-US" sz="2000" b="1" dirty="0">
                <a:latin typeface="Courier New" pitchFamily="49" charset="0"/>
                <a:cs typeface="Courier New" pitchFamily="49" charset="0"/>
              </a:rPr>
              <a:t>    &lt;title&gt;XHTML is XML&lt;/title&gt;</a:t>
            </a:r>
            <a:br>
              <a:rPr lang="en-US" sz="2000" b="1" dirty="0">
                <a:latin typeface="Courier New" pitchFamily="49" charset="0"/>
                <a:cs typeface="Courier New" pitchFamily="49" charset="0"/>
              </a:rPr>
            </a:br>
            <a:r>
              <a:rPr lang="en-US" sz="2000" b="1" dirty="0">
                <a:latin typeface="Courier New" pitchFamily="49" charset="0"/>
                <a:cs typeface="Courier New" pitchFamily="49" charset="0"/>
              </a:rPr>
              <a:t>    </a:t>
            </a:r>
            <a:r>
              <a:rPr lang="en-US" sz="2000" b="1" dirty="0">
                <a:solidFill>
                  <a:srgbClr val="FF0000"/>
                </a:solidFill>
                <a:latin typeface="Courier New" pitchFamily="49" charset="0"/>
                <a:cs typeface="Courier New" pitchFamily="49" charset="0"/>
              </a:rPr>
              <a:t>&lt;meta http-</a:t>
            </a:r>
            <a:r>
              <a:rPr lang="en-US" sz="2000" b="1" dirty="0" err="1">
                <a:solidFill>
                  <a:srgbClr val="FF0000"/>
                </a:solidFill>
                <a:latin typeface="Courier New" pitchFamily="49" charset="0"/>
                <a:cs typeface="Courier New" pitchFamily="49" charset="0"/>
              </a:rPr>
              <a:t>equiv</a:t>
            </a:r>
            <a:r>
              <a:rPr lang="en-US" sz="2000" b="1" dirty="0">
                <a:solidFill>
                  <a:srgbClr val="FF0000"/>
                </a:solidFill>
                <a:latin typeface="Courier New" pitchFamily="49" charset="0"/>
                <a:cs typeface="Courier New" pitchFamily="49" charset="0"/>
              </a:rPr>
              <a:t>="Content-Type" </a:t>
            </a:r>
            <a:br>
              <a:rPr lang="en-US" sz="2000" b="1" dirty="0">
                <a:solidFill>
                  <a:srgbClr val="FF0000"/>
                </a:solidFill>
                <a:latin typeface="Courier New" pitchFamily="49" charset="0"/>
                <a:cs typeface="Courier New" pitchFamily="49" charset="0"/>
              </a:rPr>
            </a:br>
            <a:r>
              <a:rPr lang="en-US" sz="2000" b="1" dirty="0">
                <a:solidFill>
                  <a:srgbClr val="FF0000"/>
                </a:solidFill>
                <a:latin typeface="Courier New" pitchFamily="49" charset="0"/>
                <a:cs typeface="Courier New" pitchFamily="49" charset="0"/>
              </a:rPr>
              <a:t>          content="text/html; charset=UTF-8"/&gt;</a:t>
            </a:r>
            <a:br>
              <a:rPr lang="en-US" sz="2000" b="1" dirty="0">
                <a:solidFill>
                  <a:srgbClr val="FF0000"/>
                </a:solidFill>
                <a:latin typeface="Courier New" pitchFamily="49" charset="0"/>
                <a:cs typeface="Courier New" pitchFamily="49" charset="0"/>
              </a:rPr>
            </a:br>
            <a:r>
              <a:rPr lang="en-US" sz="2000" b="1" dirty="0">
                <a:latin typeface="Courier New" pitchFamily="49" charset="0"/>
                <a:cs typeface="Courier New" pitchFamily="49" charset="0"/>
              </a:rPr>
              <a:t>  &lt;/head&gt;</a:t>
            </a:r>
            <a:br>
              <a:rPr lang="en-US" sz="2000" b="1" dirty="0">
                <a:latin typeface="Courier New" pitchFamily="49" charset="0"/>
                <a:cs typeface="Courier New" pitchFamily="49" charset="0"/>
              </a:rPr>
            </a:br>
            <a:r>
              <a:rPr lang="en-US" sz="2000" b="1" dirty="0">
                <a:latin typeface="Courier New" pitchFamily="49" charset="0"/>
                <a:cs typeface="Courier New" pitchFamily="49" charset="0"/>
              </a:rPr>
              <a:t>  &lt;body&gt;</a:t>
            </a:r>
            <a:br>
              <a:rPr lang="en-US" sz="2000" b="1" dirty="0">
                <a:latin typeface="Courier New" pitchFamily="49" charset="0"/>
                <a:cs typeface="Courier New" pitchFamily="49" charset="0"/>
              </a:rPr>
            </a:br>
            <a:r>
              <a:rPr lang="en-US" sz="2000" b="1" dirty="0">
                <a:latin typeface="Courier New" pitchFamily="49" charset="0"/>
                <a:cs typeface="Courier New" pitchFamily="49" charset="0"/>
              </a:rPr>
              <a:t>    </a:t>
            </a:r>
            <a:r>
              <a:rPr lang="en-US" sz="2000" b="1" dirty="0">
                <a:solidFill>
                  <a:schemeClr val="tx1">
                    <a:lumMod val="65000"/>
                    <a:lumOff val="35000"/>
                  </a:schemeClr>
                </a:solidFill>
                <a:latin typeface="Courier New" pitchFamily="49" charset="0"/>
                <a:cs typeface="Courier New" pitchFamily="49" charset="0"/>
              </a:rPr>
              <a:t>&lt;h1&gt;XHTML is XML&lt;/h1&gt;</a:t>
            </a:r>
            <a:br>
              <a:rPr lang="en-US" sz="2000" b="1" dirty="0">
                <a:solidFill>
                  <a:schemeClr val="tx1">
                    <a:lumMod val="65000"/>
                    <a:lumOff val="35000"/>
                  </a:schemeClr>
                </a:solidFill>
                <a:latin typeface="Courier New" pitchFamily="49" charset="0"/>
                <a:cs typeface="Courier New" pitchFamily="49" charset="0"/>
              </a:rPr>
            </a:br>
            <a:r>
              <a:rPr lang="en-US" sz="2000" b="1" dirty="0">
                <a:solidFill>
                  <a:schemeClr val="tx1">
                    <a:lumMod val="65000"/>
                    <a:lumOff val="35000"/>
                  </a:schemeClr>
                </a:solidFill>
                <a:latin typeface="Courier New" pitchFamily="49" charset="0"/>
                <a:cs typeface="Courier New" pitchFamily="49" charset="0"/>
              </a:rPr>
              <a:t>    &lt;p&gt;You’ve been using it all along.&lt;/p&gt;</a:t>
            </a:r>
            <a:br>
              <a:rPr lang="en-US" sz="2000" b="1" dirty="0">
                <a:solidFill>
                  <a:schemeClr val="tx1">
                    <a:lumMod val="65000"/>
                    <a:lumOff val="35000"/>
                  </a:schemeClr>
                </a:solidFill>
                <a:latin typeface="Courier New" pitchFamily="49" charset="0"/>
                <a:cs typeface="Courier New" pitchFamily="49" charset="0"/>
              </a:rPr>
            </a:br>
            <a:r>
              <a:rPr lang="en-US" sz="2000" b="1" dirty="0">
                <a:latin typeface="Courier New" pitchFamily="49" charset="0"/>
                <a:cs typeface="Courier New" pitchFamily="49" charset="0"/>
              </a:rPr>
              <a:t>  &lt;/body&gt;</a:t>
            </a:r>
            <a:br>
              <a:rPr lang="en-US" sz="2000" b="1" dirty="0">
                <a:latin typeface="Courier New" pitchFamily="49" charset="0"/>
                <a:cs typeface="Courier New" pitchFamily="49" charset="0"/>
              </a:rPr>
            </a:br>
            <a:r>
              <a:rPr lang="en-US" sz="2000" b="1" dirty="0">
                <a:latin typeface="Courier New" pitchFamily="49" charset="0"/>
                <a:cs typeface="Courier New" pitchFamily="49" charset="0"/>
              </a:rPr>
              <a:t>&lt;/html&gt;</a:t>
            </a:r>
          </a:p>
        </p:txBody>
      </p:sp>
      <p:sp>
        <p:nvSpPr>
          <p:cNvPr id="4" name="Date Placeholder 3"/>
          <p:cNvSpPr>
            <a:spLocks noGrp="1"/>
          </p:cNvSpPr>
          <p:nvPr>
            <p:ph type="dt" sz="half" idx="10"/>
          </p:nvPr>
        </p:nvSpPr>
        <p:spPr/>
        <p:txBody>
          <a:bodyPr/>
          <a:lstStyle/>
          <a:p>
            <a:r>
              <a:rPr lang="en-US"/>
              <a:t>rev 24/9/23</a:t>
            </a:r>
          </a:p>
        </p:txBody>
      </p:sp>
      <p:sp>
        <p:nvSpPr>
          <p:cNvPr id="5" name="Footer Placeholder 4"/>
          <p:cNvSpPr>
            <a:spLocks noGrp="1"/>
          </p:cNvSpPr>
          <p:nvPr>
            <p:ph type="ftr" sz="quarter" idx="11"/>
          </p:nvPr>
        </p:nvSpPr>
        <p:spPr/>
        <p:txBody>
          <a:bodyPr/>
          <a:lstStyle/>
          <a:p>
            <a:r>
              <a:rPr lang="en-US"/>
              <a:t>Intro ITWS</a:t>
            </a:r>
          </a:p>
        </p:txBody>
      </p:sp>
      <p:sp>
        <p:nvSpPr>
          <p:cNvPr id="6" name="Slide Number Placeholder 5"/>
          <p:cNvSpPr>
            <a:spLocks noGrp="1"/>
          </p:cNvSpPr>
          <p:nvPr>
            <p:ph type="sldNum" sz="quarter" idx="12"/>
          </p:nvPr>
        </p:nvSpPr>
        <p:spPr/>
        <p:txBody>
          <a:bodyPr/>
          <a:lstStyle/>
          <a:p>
            <a:fld id="{3FB4D746-536C-5F43-9CDA-58AA2D13BEE1}" type="slidenum">
              <a:rPr lang="en-US" smtClean="0"/>
              <a:t>16</a:t>
            </a:fld>
            <a:endParaRPr lang="en-US"/>
          </a:p>
        </p:txBody>
      </p:sp>
    </p:spTree>
    <p:extLst>
      <p:ext uri="{BB962C8B-B14F-4D97-AF65-F5344CB8AC3E}">
        <p14:creationId xmlns:p14="http://schemas.microsoft.com/office/powerpoint/2010/main" val="18348115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 something a bit more </a:t>
            </a:r>
            <a:r>
              <a:rPr lang="en-US" dirty="0" err="1"/>
              <a:t>XMLish</a:t>
            </a:r>
            <a:r>
              <a:rPr lang="en-US" dirty="0"/>
              <a:t>...</a:t>
            </a:r>
          </a:p>
        </p:txBody>
      </p:sp>
      <p:sp>
        <p:nvSpPr>
          <p:cNvPr id="3" name="Content Placeholder 2"/>
          <p:cNvSpPr>
            <a:spLocks noGrp="1"/>
          </p:cNvSpPr>
          <p:nvPr>
            <p:ph idx="1"/>
          </p:nvPr>
        </p:nvSpPr>
        <p:spPr>
          <a:xfrm>
            <a:off x="2072641" y="1471218"/>
            <a:ext cx="8042400" cy="4343496"/>
          </a:xfrm>
        </p:spPr>
        <p:txBody>
          <a:bodyPr/>
          <a:lstStyle/>
          <a:p>
            <a:pPr marL="0" indent="0">
              <a:buNone/>
            </a:pPr>
            <a:r>
              <a:rPr lang="en-US" sz="1800" b="1" dirty="0">
                <a:solidFill>
                  <a:srgbClr val="FF0000"/>
                </a:solidFill>
                <a:latin typeface="Courier New" pitchFamily="49" charset="0"/>
                <a:cs typeface="Courier New" pitchFamily="49" charset="0"/>
              </a:rPr>
              <a:t>&lt;?xml version="1.0" encoding="UTF-8" ?&gt;</a:t>
            </a:r>
            <a:br>
              <a:rPr lang="en-US" b="1" dirty="0">
                <a:latin typeface="Courier New" pitchFamily="49" charset="0"/>
                <a:cs typeface="Courier New" pitchFamily="49" charset="0"/>
              </a:rPr>
            </a:br>
            <a:r>
              <a:rPr lang="en-US" sz="1600" b="1" dirty="0">
                <a:latin typeface="Courier New" pitchFamily="49" charset="0"/>
                <a:cs typeface="Courier New" pitchFamily="49" charset="0"/>
              </a:rPr>
              <a:t>&lt;!DOCTYPE html PUBLIC "-//W3C//DTD XHTML 1.0 Strict//EN" </a:t>
            </a:r>
            <a:br>
              <a:rPr lang="en-US" sz="1600" b="1" dirty="0">
                <a:latin typeface="Courier New" pitchFamily="49" charset="0"/>
                <a:cs typeface="Courier New" pitchFamily="49" charset="0"/>
              </a:rPr>
            </a:br>
            <a:r>
              <a:rPr lang="en-US" sz="1600" b="1" dirty="0">
                <a:latin typeface="Courier New" pitchFamily="49" charset="0"/>
                <a:cs typeface="Courier New" pitchFamily="49" charset="0"/>
              </a:rPr>
              <a:t>     "http://www.w3.org/TR/xhtml1/DTD/xhtml1-strict.dtd"&gt;</a:t>
            </a:r>
            <a:br>
              <a:rPr lang="en-US" sz="1200" b="1" dirty="0">
                <a:latin typeface="Courier New" pitchFamily="49" charset="0"/>
                <a:cs typeface="Courier New" pitchFamily="49" charset="0"/>
              </a:rPr>
            </a:br>
            <a:br>
              <a:rPr lang="en-US" sz="1200" b="1" dirty="0">
                <a:latin typeface="Courier New" pitchFamily="49" charset="0"/>
                <a:cs typeface="Courier New" pitchFamily="49" charset="0"/>
              </a:rPr>
            </a:br>
            <a:r>
              <a:rPr lang="en-US" sz="1800" b="1" dirty="0">
                <a:solidFill>
                  <a:schemeClr val="tx2">
                    <a:lumMod val="50000"/>
                    <a:lumOff val="50000"/>
                  </a:schemeClr>
                </a:solidFill>
                <a:latin typeface="Courier New" pitchFamily="49" charset="0"/>
                <a:cs typeface="Courier New" pitchFamily="49" charset="0"/>
              </a:rPr>
              <a:t>&lt;html </a:t>
            </a:r>
            <a:r>
              <a:rPr lang="en-US" sz="1800" b="1" dirty="0" err="1">
                <a:solidFill>
                  <a:schemeClr val="tx2">
                    <a:lumMod val="50000"/>
                    <a:lumOff val="50000"/>
                  </a:schemeClr>
                </a:solidFill>
                <a:latin typeface="Courier New" pitchFamily="49" charset="0"/>
                <a:cs typeface="Courier New" pitchFamily="49" charset="0"/>
              </a:rPr>
              <a:t>xmlns</a:t>
            </a:r>
            <a:r>
              <a:rPr lang="en-US" sz="1800" b="1" dirty="0">
                <a:solidFill>
                  <a:schemeClr val="tx2">
                    <a:lumMod val="50000"/>
                    <a:lumOff val="50000"/>
                  </a:schemeClr>
                </a:solidFill>
                <a:latin typeface="Courier New" pitchFamily="49" charset="0"/>
                <a:cs typeface="Courier New" pitchFamily="49" charset="0"/>
              </a:rPr>
              <a:t>="http://www.w3.org/1999/xhtml"&gt;</a:t>
            </a:r>
            <a:br>
              <a:rPr lang="en-US" sz="1800" b="1" dirty="0">
                <a:solidFill>
                  <a:schemeClr val="tx2">
                    <a:lumMod val="50000"/>
                    <a:lumOff val="50000"/>
                  </a:schemeClr>
                </a:solidFill>
                <a:latin typeface="Courier New" pitchFamily="49" charset="0"/>
                <a:cs typeface="Courier New" pitchFamily="49" charset="0"/>
              </a:rPr>
            </a:br>
            <a:r>
              <a:rPr lang="en-US" sz="1800" b="1" dirty="0">
                <a:latin typeface="Courier New" pitchFamily="49" charset="0"/>
                <a:cs typeface="Courier New" pitchFamily="49" charset="0"/>
              </a:rPr>
              <a:t>  &lt;head&gt;</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    &lt;title&gt;XHTML is XML&lt;/title&gt;</a:t>
            </a:r>
            <a:br>
              <a:rPr lang="en-US" sz="1800" b="1" dirty="0">
                <a:solidFill>
                  <a:schemeClr val="tx1">
                    <a:lumMod val="65000"/>
                    <a:lumOff val="35000"/>
                  </a:schemeClr>
                </a:solidFill>
                <a:latin typeface="Courier New" pitchFamily="49" charset="0"/>
                <a:cs typeface="Courier New" pitchFamily="49" charset="0"/>
              </a:rPr>
            </a:br>
            <a:r>
              <a:rPr lang="en-US" sz="1800" b="1" dirty="0">
                <a:latin typeface="Courier New" pitchFamily="49" charset="0"/>
                <a:cs typeface="Courier New" pitchFamily="49" charset="0"/>
              </a:rPr>
              <a:t>  &lt;/head&gt;</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  &lt;body&gt;</a:t>
            </a:r>
            <a:br>
              <a:rPr lang="en-US" sz="1800" b="1" dirty="0">
                <a:solidFill>
                  <a:schemeClr val="tx1">
                    <a:lumMod val="65000"/>
                    <a:lumOff val="35000"/>
                  </a:schemeClr>
                </a:solidFill>
                <a:latin typeface="Courier New" pitchFamily="49" charset="0"/>
                <a:cs typeface="Courier New" pitchFamily="49" charset="0"/>
              </a:rPr>
            </a:br>
            <a:r>
              <a:rPr lang="en-US" sz="1800" b="1" dirty="0">
                <a:solidFill>
                  <a:schemeClr val="tx1">
                    <a:lumMod val="65000"/>
                    <a:lumOff val="35000"/>
                  </a:schemeClr>
                </a:solidFill>
                <a:latin typeface="Courier New" pitchFamily="49" charset="0"/>
                <a:cs typeface="Courier New" pitchFamily="49" charset="0"/>
              </a:rPr>
              <a:t>    &lt;h1&gt;XHTML is XML&lt;/h1&gt;</a:t>
            </a:r>
            <a:br>
              <a:rPr lang="en-US" sz="1800" b="1" dirty="0">
                <a:solidFill>
                  <a:srgbClr val="FF0000"/>
                </a:solidFill>
                <a:latin typeface="Courier New" pitchFamily="49" charset="0"/>
                <a:cs typeface="Courier New" pitchFamily="49" charset="0"/>
              </a:rPr>
            </a:br>
            <a:r>
              <a:rPr lang="en-US" sz="1800" b="1" dirty="0">
                <a:solidFill>
                  <a:srgbClr val="FF0000"/>
                </a:solidFill>
                <a:latin typeface="Courier New" pitchFamily="49" charset="0"/>
                <a:cs typeface="Courier New" pitchFamily="49" charset="0"/>
              </a:rPr>
              <a:t>    </a:t>
            </a:r>
            <a:r>
              <a:rPr lang="en-US" sz="1800" b="1" dirty="0">
                <a:solidFill>
                  <a:schemeClr val="tx1">
                    <a:lumMod val="65000"/>
                    <a:lumOff val="35000"/>
                  </a:schemeClr>
                </a:solidFill>
                <a:latin typeface="Courier New" pitchFamily="49" charset="0"/>
                <a:cs typeface="Courier New" pitchFamily="49" charset="0"/>
              </a:rPr>
              <a:t>&lt;p&gt;You’ve been using it all along.&lt;/p&gt;</a:t>
            </a:r>
            <a:br>
              <a:rPr lang="en-US" sz="1800" b="1" dirty="0">
                <a:solidFill>
                  <a:schemeClr val="tx1">
                    <a:lumMod val="65000"/>
                    <a:lumOff val="35000"/>
                  </a:schemeClr>
                </a:solidFill>
                <a:latin typeface="Courier New" pitchFamily="49" charset="0"/>
                <a:cs typeface="Courier New" pitchFamily="49" charset="0"/>
              </a:rPr>
            </a:br>
            <a:r>
              <a:rPr lang="en-US" sz="1800" b="1" dirty="0">
                <a:latin typeface="Courier New" pitchFamily="49" charset="0"/>
                <a:cs typeface="Courier New" pitchFamily="49" charset="0"/>
              </a:rPr>
              <a:t>  &lt;/body&gt;</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&lt;/html&gt;</a:t>
            </a:r>
          </a:p>
        </p:txBody>
      </p:sp>
      <p:sp>
        <p:nvSpPr>
          <p:cNvPr id="4" name="Date Placeholder 3"/>
          <p:cNvSpPr>
            <a:spLocks noGrp="1"/>
          </p:cNvSpPr>
          <p:nvPr>
            <p:ph type="dt" sz="half" idx="10"/>
          </p:nvPr>
        </p:nvSpPr>
        <p:spPr/>
        <p:txBody>
          <a:bodyPr/>
          <a:lstStyle/>
          <a:p>
            <a:r>
              <a:rPr lang="en-US"/>
              <a:t>rev 24/9/23</a:t>
            </a:r>
          </a:p>
        </p:txBody>
      </p:sp>
      <p:sp>
        <p:nvSpPr>
          <p:cNvPr id="5" name="Footer Placeholder 4"/>
          <p:cNvSpPr>
            <a:spLocks noGrp="1"/>
          </p:cNvSpPr>
          <p:nvPr>
            <p:ph type="ftr" sz="quarter" idx="11"/>
          </p:nvPr>
        </p:nvSpPr>
        <p:spPr/>
        <p:txBody>
          <a:bodyPr/>
          <a:lstStyle/>
          <a:p>
            <a:r>
              <a:rPr lang="en-US"/>
              <a:t>Intro ITWS</a:t>
            </a:r>
          </a:p>
        </p:txBody>
      </p:sp>
      <p:sp>
        <p:nvSpPr>
          <p:cNvPr id="6" name="Slide Number Placeholder 5"/>
          <p:cNvSpPr>
            <a:spLocks noGrp="1"/>
          </p:cNvSpPr>
          <p:nvPr>
            <p:ph type="sldNum" sz="quarter" idx="12"/>
          </p:nvPr>
        </p:nvSpPr>
        <p:spPr/>
        <p:txBody>
          <a:bodyPr/>
          <a:lstStyle/>
          <a:p>
            <a:fld id="{3FB4D746-536C-5F43-9CDA-58AA2D13BEE1}" type="slidenum">
              <a:rPr lang="en-US" smtClean="0"/>
              <a:t>17</a:t>
            </a:fld>
            <a:endParaRPr lang="en-US"/>
          </a:p>
        </p:txBody>
      </p:sp>
    </p:spTree>
    <p:extLst>
      <p:ext uri="{BB962C8B-B14F-4D97-AF65-F5344CB8AC3E}">
        <p14:creationId xmlns:p14="http://schemas.microsoft.com/office/powerpoint/2010/main" val="3998442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5D8C6-4C34-E7E6-3046-5CFEE6FA0F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328CC5-26B4-1CD7-AF7E-20AD75CC99E2}"/>
              </a:ext>
            </a:extLst>
          </p:cNvPr>
          <p:cNvSpPr>
            <a:spLocks noGrp="1"/>
          </p:cNvSpPr>
          <p:nvPr>
            <p:ph type="title"/>
          </p:nvPr>
        </p:nvSpPr>
        <p:spPr>
          <a:xfrm>
            <a:off x="731521" y="108012"/>
            <a:ext cx="10723200" cy="935274"/>
          </a:xfrm>
        </p:spPr>
        <p:txBody>
          <a:bodyPr/>
          <a:lstStyle/>
          <a:p>
            <a:r>
              <a:rPr lang="en-US" sz="3600" dirty="0"/>
              <a:t>To use XML and HTML together (prior to HTML5)</a:t>
            </a:r>
          </a:p>
        </p:txBody>
      </p:sp>
      <p:sp>
        <p:nvSpPr>
          <p:cNvPr id="3" name="Content Placeholder 2">
            <a:extLst>
              <a:ext uri="{FF2B5EF4-FFF2-40B4-BE49-F238E27FC236}">
                <a16:creationId xmlns:a16="http://schemas.microsoft.com/office/drawing/2014/main" id="{62109D97-4A6E-02AE-16D0-8663DC8FB514}"/>
              </a:ext>
            </a:extLst>
          </p:cNvPr>
          <p:cNvSpPr>
            <a:spLocks noGrp="1"/>
          </p:cNvSpPr>
          <p:nvPr>
            <p:ph idx="1"/>
          </p:nvPr>
        </p:nvSpPr>
        <p:spPr>
          <a:xfrm>
            <a:off x="2072641" y="1471218"/>
            <a:ext cx="8042400" cy="4343496"/>
          </a:xfrm>
        </p:spPr>
        <p:txBody>
          <a:bodyPr/>
          <a:lstStyle/>
          <a:p>
            <a:pPr marL="0" indent="0">
              <a:buNone/>
            </a:pPr>
            <a:r>
              <a:rPr lang="en-US" sz="1800" b="1" dirty="0">
                <a:solidFill>
                  <a:srgbClr val="FF0000"/>
                </a:solidFill>
                <a:latin typeface="Courier New" pitchFamily="49" charset="0"/>
                <a:cs typeface="Courier New" pitchFamily="49" charset="0"/>
              </a:rPr>
              <a:t>&lt;?xml version="1.0" encoding="UTF-8" ?&gt;</a:t>
            </a:r>
            <a:br>
              <a:rPr lang="en-US" b="1" dirty="0">
                <a:latin typeface="Courier New" pitchFamily="49" charset="0"/>
                <a:cs typeface="Courier New" pitchFamily="49" charset="0"/>
              </a:rPr>
            </a:br>
            <a:r>
              <a:rPr lang="en-US" sz="1600" b="1" dirty="0">
                <a:latin typeface="Courier New" pitchFamily="49" charset="0"/>
                <a:cs typeface="Courier New" pitchFamily="49" charset="0"/>
              </a:rPr>
              <a:t>&lt;!DOCTYPE html PUBLIC "-//W3C//DTD XHTML 1.0 Strict//EN" </a:t>
            </a:r>
            <a:br>
              <a:rPr lang="en-US" sz="1600" b="1" dirty="0">
                <a:latin typeface="Courier New" pitchFamily="49" charset="0"/>
                <a:cs typeface="Courier New" pitchFamily="49" charset="0"/>
              </a:rPr>
            </a:br>
            <a:r>
              <a:rPr lang="en-US" sz="1600" b="1" dirty="0">
                <a:latin typeface="Courier New" pitchFamily="49" charset="0"/>
                <a:cs typeface="Courier New" pitchFamily="49" charset="0"/>
              </a:rPr>
              <a:t>     "http://www.w3.org/TR/xhtml1/DTD/xhtml1-strict.dtd"&gt;</a:t>
            </a:r>
            <a:br>
              <a:rPr lang="en-US" sz="1200" b="1" dirty="0">
                <a:latin typeface="Courier New" pitchFamily="49" charset="0"/>
                <a:cs typeface="Courier New" pitchFamily="49" charset="0"/>
              </a:rPr>
            </a:br>
            <a:br>
              <a:rPr lang="en-US" sz="1200" b="1" dirty="0">
                <a:latin typeface="Courier New" pitchFamily="49" charset="0"/>
                <a:cs typeface="Courier New" pitchFamily="49" charset="0"/>
              </a:rPr>
            </a:br>
            <a:r>
              <a:rPr lang="en-US" sz="1800" b="1" dirty="0">
                <a:solidFill>
                  <a:schemeClr val="tx2">
                    <a:lumMod val="50000"/>
                    <a:lumOff val="50000"/>
                  </a:schemeClr>
                </a:solidFill>
                <a:latin typeface="Courier New" pitchFamily="49" charset="0"/>
                <a:cs typeface="Courier New" pitchFamily="49" charset="0"/>
              </a:rPr>
              <a:t>&lt;html </a:t>
            </a:r>
            <a:r>
              <a:rPr lang="en-US" sz="1800" b="1" dirty="0" err="1">
                <a:solidFill>
                  <a:schemeClr val="tx2">
                    <a:lumMod val="50000"/>
                    <a:lumOff val="50000"/>
                  </a:schemeClr>
                </a:solidFill>
                <a:latin typeface="Courier New" pitchFamily="49" charset="0"/>
                <a:cs typeface="Courier New" pitchFamily="49" charset="0"/>
              </a:rPr>
              <a:t>xmlns</a:t>
            </a:r>
            <a:r>
              <a:rPr lang="en-US" sz="1800" b="1" dirty="0">
                <a:solidFill>
                  <a:schemeClr val="tx2">
                    <a:lumMod val="50000"/>
                    <a:lumOff val="50000"/>
                  </a:schemeClr>
                </a:solidFill>
                <a:latin typeface="Courier New" pitchFamily="49" charset="0"/>
                <a:cs typeface="Courier New" pitchFamily="49" charset="0"/>
              </a:rPr>
              <a:t>="http://www.w3.org/1999/xhtml"&gt;</a:t>
            </a:r>
            <a:br>
              <a:rPr lang="en-US" sz="1800" b="1" dirty="0">
                <a:solidFill>
                  <a:schemeClr val="tx2">
                    <a:lumMod val="50000"/>
                    <a:lumOff val="50000"/>
                  </a:schemeClr>
                </a:solidFill>
                <a:latin typeface="Courier New" pitchFamily="49" charset="0"/>
                <a:cs typeface="Courier New" pitchFamily="49" charset="0"/>
              </a:rPr>
            </a:br>
            <a:r>
              <a:rPr lang="en-US" sz="1800" b="1" dirty="0">
                <a:latin typeface="Courier New" pitchFamily="49" charset="0"/>
                <a:cs typeface="Courier New" pitchFamily="49" charset="0"/>
              </a:rPr>
              <a:t>  &lt;head&gt;</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    &lt;title&gt;XHTML is XML&lt;/title&gt;</a:t>
            </a:r>
            <a:br>
              <a:rPr lang="en-US" sz="1800" b="1" dirty="0">
                <a:solidFill>
                  <a:schemeClr val="tx1">
                    <a:lumMod val="65000"/>
                    <a:lumOff val="35000"/>
                  </a:schemeClr>
                </a:solidFill>
                <a:latin typeface="Courier New" pitchFamily="49" charset="0"/>
                <a:cs typeface="Courier New" pitchFamily="49" charset="0"/>
              </a:rPr>
            </a:br>
            <a:r>
              <a:rPr lang="en-US" sz="1800" b="1" dirty="0">
                <a:latin typeface="Courier New" pitchFamily="49" charset="0"/>
                <a:cs typeface="Courier New" pitchFamily="49" charset="0"/>
              </a:rPr>
              <a:t>  &lt;/head&gt;</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  &lt;body&gt;</a:t>
            </a:r>
            <a:br>
              <a:rPr lang="en-US" sz="1800" b="1" dirty="0">
                <a:solidFill>
                  <a:schemeClr val="tx1">
                    <a:lumMod val="65000"/>
                    <a:lumOff val="35000"/>
                  </a:schemeClr>
                </a:solidFill>
                <a:latin typeface="Courier New" pitchFamily="49" charset="0"/>
                <a:cs typeface="Courier New" pitchFamily="49" charset="0"/>
              </a:rPr>
            </a:br>
            <a:r>
              <a:rPr lang="en-US" sz="1800" b="1" dirty="0">
                <a:solidFill>
                  <a:schemeClr val="tx1">
                    <a:lumMod val="65000"/>
                    <a:lumOff val="35000"/>
                  </a:schemeClr>
                </a:solidFill>
                <a:latin typeface="Courier New" pitchFamily="49" charset="0"/>
                <a:cs typeface="Courier New" pitchFamily="49" charset="0"/>
              </a:rPr>
              <a:t>    &lt;h1&gt;XHTML is XML&lt;/h1&gt;</a:t>
            </a:r>
            <a:br>
              <a:rPr lang="en-US" sz="1800" b="1" dirty="0">
                <a:solidFill>
                  <a:srgbClr val="FF0000"/>
                </a:solidFill>
                <a:latin typeface="Courier New" pitchFamily="49" charset="0"/>
                <a:cs typeface="Courier New" pitchFamily="49" charset="0"/>
              </a:rPr>
            </a:br>
            <a:r>
              <a:rPr lang="en-US" sz="1800" b="1" dirty="0">
                <a:solidFill>
                  <a:srgbClr val="FF0000"/>
                </a:solidFill>
                <a:latin typeface="Courier New" pitchFamily="49" charset="0"/>
                <a:cs typeface="Courier New" pitchFamily="49" charset="0"/>
              </a:rPr>
              <a:t>    </a:t>
            </a:r>
            <a:r>
              <a:rPr lang="en-US" sz="1800" b="1" dirty="0">
                <a:solidFill>
                  <a:schemeClr val="tx1">
                    <a:lumMod val="65000"/>
                    <a:lumOff val="35000"/>
                  </a:schemeClr>
                </a:solidFill>
                <a:latin typeface="Courier New" pitchFamily="49" charset="0"/>
                <a:cs typeface="Courier New" pitchFamily="49" charset="0"/>
              </a:rPr>
              <a:t>&lt;p&gt;You’ve been using it all along.&lt;/p&gt;</a:t>
            </a:r>
            <a:br>
              <a:rPr lang="en-US" sz="1800" b="1" dirty="0">
                <a:solidFill>
                  <a:schemeClr val="tx1">
                    <a:lumMod val="65000"/>
                    <a:lumOff val="35000"/>
                  </a:schemeClr>
                </a:solidFill>
                <a:latin typeface="Courier New" pitchFamily="49" charset="0"/>
                <a:cs typeface="Courier New" pitchFamily="49" charset="0"/>
              </a:rPr>
            </a:br>
            <a:r>
              <a:rPr lang="en-US" sz="1800" b="1" dirty="0">
                <a:latin typeface="Courier New" pitchFamily="49" charset="0"/>
                <a:cs typeface="Courier New" pitchFamily="49" charset="0"/>
              </a:rPr>
              <a:t>  &lt;/body&gt;</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&lt;/html&gt;</a:t>
            </a:r>
          </a:p>
        </p:txBody>
      </p:sp>
      <p:sp>
        <p:nvSpPr>
          <p:cNvPr id="4" name="Date Placeholder 3">
            <a:extLst>
              <a:ext uri="{FF2B5EF4-FFF2-40B4-BE49-F238E27FC236}">
                <a16:creationId xmlns:a16="http://schemas.microsoft.com/office/drawing/2014/main" id="{D313888C-7184-139E-A575-4935CCC7101F}"/>
              </a:ext>
            </a:extLst>
          </p:cNvPr>
          <p:cNvSpPr>
            <a:spLocks noGrp="1"/>
          </p:cNvSpPr>
          <p:nvPr>
            <p:ph type="dt" sz="half" idx="10"/>
          </p:nvPr>
        </p:nvSpPr>
        <p:spPr/>
        <p:txBody>
          <a:bodyPr/>
          <a:lstStyle/>
          <a:p>
            <a:r>
              <a:rPr lang="en-US"/>
              <a:t>rev 24/9/23</a:t>
            </a:r>
          </a:p>
        </p:txBody>
      </p:sp>
      <p:sp>
        <p:nvSpPr>
          <p:cNvPr id="5" name="Footer Placeholder 4">
            <a:extLst>
              <a:ext uri="{FF2B5EF4-FFF2-40B4-BE49-F238E27FC236}">
                <a16:creationId xmlns:a16="http://schemas.microsoft.com/office/drawing/2014/main" id="{ACEAB5CD-9C62-9C7B-FEE1-0177876A4A91}"/>
              </a:ext>
            </a:extLst>
          </p:cNvPr>
          <p:cNvSpPr>
            <a:spLocks noGrp="1"/>
          </p:cNvSpPr>
          <p:nvPr>
            <p:ph type="ftr" sz="quarter" idx="11"/>
          </p:nvPr>
        </p:nvSpPr>
        <p:spPr/>
        <p:txBody>
          <a:bodyPr/>
          <a:lstStyle/>
          <a:p>
            <a:r>
              <a:rPr lang="en-US"/>
              <a:t>Intro ITWS</a:t>
            </a:r>
          </a:p>
        </p:txBody>
      </p:sp>
      <p:sp>
        <p:nvSpPr>
          <p:cNvPr id="6" name="Slide Number Placeholder 5">
            <a:extLst>
              <a:ext uri="{FF2B5EF4-FFF2-40B4-BE49-F238E27FC236}">
                <a16:creationId xmlns:a16="http://schemas.microsoft.com/office/drawing/2014/main" id="{B69F07CA-7257-C679-8C99-274FB3B6EF8E}"/>
              </a:ext>
            </a:extLst>
          </p:cNvPr>
          <p:cNvSpPr>
            <a:spLocks noGrp="1"/>
          </p:cNvSpPr>
          <p:nvPr>
            <p:ph type="sldNum" sz="quarter" idx="12"/>
          </p:nvPr>
        </p:nvSpPr>
        <p:spPr/>
        <p:txBody>
          <a:bodyPr/>
          <a:lstStyle/>
          <a:p>
            <a:fld id="{3FB4D746-536C-5F43-9CDA-58AA2D13BEE1}" type="slidenum">
              <a:rPr lang="en-US" smtClean="0"/>
              <a:t>18</a:t>
            </a:fld>
            <a:endParaRPr lang="en-US"/>
          </a:p>
        </p:txBody>
      </p:sp>
    </p:spTree>
    <p:extLst>
      <p:ext uri="{BB962C8B-B14F-4D97-AF65-F5344CB8AC3E}">
        <p14:creationId xmlns:p14="http://schemas.microsoft.com/office/powerpoint/2010/main" val="39518857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Namespaces</a:t>
            </a:r>
            <a:r>
              <a:rPr lang="en-US" sz="2400" dirty="0"/>
              <a:t> 1 of 2</a:t>
            </a:r>
            <a:br>
              <a:rPr lang="en-US" sz="2400" dirty="0"/>
            </a:br>
            <a:r>
              <a:rPr lang="en-US" sz="2000" b="1" dirty="0">
                <a:solidFill>
                  <a:schemeClr val="tx2">
                    <a:lumMod val="50000"/>
                    <a:lumOff val="50000"/>
                  </a:schemeClr>
                </a:solidFill>
                <a:latin typeface="Courier New" pitchFamily="49" charset="0"/>
                <a:cs typeface="Courier New" pitchFamily="49" charset="0"/>
              </a:rPr>
              <a:t>&lt;html </a:t>
            </a:r>
            <a:r>
              <a:rPr lang="en-US" sz="2000" b="1" dirty="0" err="1">
                <a:solidFill>
                  <a:schemeClr val="tx2">
                    <a:lumMod val="50000"/>
                    <a:lumOff val="50000"/>
                  </a:schemeClr>
                </a:solidFill>
                <a:latin typeface="Courier New" pitchFamily="49" charset="0"/>
                <a:cs typeface="Courier New" pitchFamily="49" charset="0"/>
              </a:rPr>
              <a:t>xmlns</a:t>
            </a:r>
            <a:r>
              <a:rPr lang="en-US" sz="2000" b="1" dirty="0">
                <a:solidFill>
                  <a:schemeClr val="tx2">
                    <a:lumMod val="50000"/>
                    <a:lumOff val="50000"/>
                  </a:schemeClr>
                </a:solidFill>
                <a:latin typeface="Courier New" pitchFamily="49" charset="0"/>
                <a:cs typeface="Courier New" pitchFamily="49" charset="0"/>
              </a:rPr>
              <a:t>="http://www.w3.org/1999/</a:t>
            </a:r>
            <a:r>
              <a:rPr lang="en-US" sz="2000" b="1" dirty="0" err="1">
                <a:solidFill>
                  <a:schemeClr val="tx2">
                    <a:lumMod val="50000"/>
                    <a:lumOff val="50000"/>
                  </a:schemeClr>
                </a:solidFill>
                <a:latin typeface="Courier New" pitchFamily="49" charset="0"/>
                <a:cs typeface="Courier New" pitchFamily="49" charset="0"/>
              </a:rPr>
              <a:t>xhtml</a:t>
            </a:r>
            <a:r>
              <a:rPr lang="en-US" sz="2000" b="1" dirty="0">
                <a:solidFill>
                  <a:schemeClr val="tx2">
                    <a:lumMod val="50000"/>
                    <a:lumOff val="50000"/>
                  </a:schemeClr>
                </a:solidFill>
                <a:latin typeface="Courier New" pitchFamily="49" charset="0"/>
                <a:cs typeface="Courier New" pitchFamily="49" charset="0"/>
              </a:rPr>
              <a:t>"&gt;</a:t>
            </a:r>
            <a:endParaRPr lang="en-US" sz="2000" dirty="0"/>
          </a:p>
        </p:txBody>
      </p:sp>
      <p:sp>
        <p:nvSpPr>
          <p:cNvPr id="3" name="Content Placeholder 2"/>
          <p:cNvSpPr>
            <a:spLocks noGrp="1"/>
          </p:cNvSpPr>
          <p:nvPr>
            <p:ph idx="1"/>
          </p:nvPr>
        </p:nvSpPr>
        <p:spPr/>
        <p:txBody>
          <a:bodyPr/>
          <a:lstStyle/>
          <a:p>
            <a:r>
              <a:rPr lang="en-US" dirty="0"/>
              <a:t>What is a Namespace?</a:t>
            </a:r>
          </a:p>
          <a:p>
            <a:pPr lvl="1"/>
            <a:r>
              <a:rPr lang="en-US" dirty="0"/>
              <a:t>Per Wikipedia: </a:t>
            </a:r>
            <a:r>
              <a:rPr lang="en-US" sz="1800" dirty="0"/>
              <a:t>In XML, the XML namespace specification enables the names of elements and attributes in an XML document to be unique, similar to the role of namespaces in programming languages. Using XML namespaces, XML documents may contain element or attribute names from more than one XML vocabulary.</a:t>
            </a:r>
          </a:p>
          <a:p>
            <a:pPr lvl="1"/>
            <a:endParaRPr lang="en-US" sz="1800" dirty="0"/>
          </a:p>
          <a:p>
            <a:pPr lvl="1"/>
            <a:r>
              <a:rPr lang="en-US" dirty="0"/>
              <a:t>A way of separating sets of tags from different taxonomies (different DTDs) to prevent collisions</a:t>
            </a:r>
          </a:p>
          <a:p>
            <a:pPr lvl="2"/>
            <a:r>
              <a:rPr lang="en-US" dirty="0"/>
              <a:t>&lt;nut&gt; ...is this hardware or food?</a:t>
            </a:r>
          </a:p>
          <a:p>
            <a:pPr lvl="2"/>
            <a:r>
              <a:rPr lang="en-US" dirty="0"/>
              <a:t>&lt;</a:t>
            </a:r>
            <a:r>
              <a:rPr lang="en-US" dirty="0" err="1"/>
              <a:t>hardware:nut</a:t>
            </a:r>
            <a:r>
              <a:rPr lang="en-US" dirty="0"/>
              <a:t>&gt; and &lt;</a:t>
            </a:r>
            <a:r>
              <a:rPr lang="en-US" dirty="0" err="1"/>
              <a:t>food:nut</a:t>
            </a:r>
            <a:r>
              <a:rPr lang="en-US" dirty="0"/>
              <a:t>&gt; tell us which definition to use</a:t>
            </a:r>
          </a:p>
          <a:p>
            <a:pPr lvl="1"/>
            <a:endParaRPr lang="en-US" dirty="0"/>
          </a:p>
        </p:txBody>
      </p:sp>
      <p:sp>
        <p:nvSpPr>
          <p:cNvPr id="4" name="Date Placeholder 3"/>
          <p:cNvSpPr>
            <a:spLocks noGrp="1"/>
          </p:cNvSpPr>
          <p:nvPr>
            <p:ph type="dt" sz="half" idx="10"/>
          </p:nvPr>
        </p:nvSpPr>
        <p:spPr/>
        <p:txBody>
          <a:bodyPr/>
          <a:lstStyle/>
          <a:p>
            <a:r>
              <a:rPr lang="en-US"/>
              <a:t>rev 24/9/23</a:t>
            </a:r>
          </a:p>
        </p:txBody>
      </p:sp>
      <p:sp>
        <p:nvSpPr>
          <p:cNvPr id="5" name="Footer Placeholder 4"/>
          <p:cNvSpPr>
            <a:spLocks noGrp="1"/>
          </p:cNvSpPr>
          <p:nvPr>
            <p:ph type="ftr" sz="quarter" idx="11"/>
          </p:nvPr>
        </p:nvSpPr>
        <p:spPr/>
        <p:txBody>
          <a:bodyPr/>
          <a:lstStyle/>
          <a:p>
            <a:r>
              <a:rPr lang="en-US"/>
              <a:t>Intro ITWS</a:t>
            </a:r>
          </a:p>
        </p:txBody>
      </p:sp>
      <p:sp>
        <p:nvSpPr>
          <p:cNvPr id="6" name="Slide Number Placeholder 5"/>
          <p:cNvSpPr>
            <a:spLocks noGrp="1"/>
          </p:cNvSpPr>
          <p:nvPr>
            <p:ph type="sldNum" sz="quarter" idx="12"/>
          </p:nvPr>
        </p:nvSpPr>
        <p:spPr/>
        <p:txBody>
          <a:bodyPr/>
          <a:lstStyle/>
          <a:p>
            <a:fld id="{3FB4D746-536C-5F43-9CDA-58AA2D13BEE1}" type="slidenum">
              <a:rPr lang="en-US" smtClean="0"/>
              <a:t>19</a:t>
            </a:fld>
            <a:endParaRPr lang="en-US"/>
          </a:p>
        </p:txBody>
      </p:sp>
    </p:spTree>
    <p:extLst>
      <p:ext uri="{BB962C8B-B14F-4D97-AF65-F5344CB8AC3E}">
        <p14:creationId xmlns:p14="http://schemas.microsoft.com/office/powerpoint/2010/main" val="4205996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Namespaces</a:t>
            </a:r>
            <a:r>
              <a:rPr lang="en-US" sz="2400" dirty="0"/>
              <a:t> 2 of 2</a:t>
            </a:r>
            <a:endParaRPr lang="en-US" dirty="0"/>
          </a:p>
        </p:txBody>
      </p:sp>
      <p:sp>
        <p:nvSpPr>
          <p:cNvPr id="3" name="Content Placeholder 2"/>
          <p:cNvSpPr>
            <a:spLocks noGrp="1"/>
          </p:cNvSpPr>
          <p:nvPr>
            <p:ph idx="1"/>
          </p:nvPr>
        </p:nvSpPr>
        <p:spPr/>
        <p:txBody>
          <a:bodyPr/>
          <a:lstStyle/>
          <a:p>
            <a:r>
              <a:rPr lang="en-US" dirty="0"/>
              <a:t>The namespace declaration we see in the html tag defines the default namespace for the document:</a:t>
            </a:r>
            <a:br>
              <a:rPr lang="en-US" dirty="0"/>
            </a:br>
            <a:br>
              <a:rPr lang="en-US" dirty="0"/>
            </a:br>
            <a:r>
              <a:rPr lang="en-US" dirty="0"/>
              <a:t>&lt;html </a:t>
            </a:r>
            <a:r>
              <a:rPr lang="en-US" dirty="0" err="1">
                <a:solidFill>
                  <a:srgbClr val="FF0000"/>
                </a:solidFill>
              </a:rPr>
              <a:t>xmlns</a:t>
            </a:r>
            <a:r>
              <a:rPr lang="en-US" dirty="0">
                <a:solidFill>
                  <a:srgbClr val="FF0000"/>
                </a:solidFill>
              </a:rPr>
              <a:t>="http://www.w3.org/1999/</a:t>
            </a:r>
            <a:r>
              <a:rPr lang="en-US" dirty="0" err="1">
                <a:solidFill>
                  <a:srgbClr val="FF0000"/>
                </a:solidFill>
              </a:rPr>
              <a:t>xhtml</a:t>
            </a:r>
            <a:r>
              <a:rPr lang="en-US" dirty="0">
                <a:solidFill>
                  <a:srgbClr val="FF0000"/>
                </a:solidFill>
              </a:rPr>
              <a:t>"</a:t>
            </a:r>
            <a:r>
              <a:rPr lang="en-US" dirty="0"/>
              <a:t>&gt;</a:t>
            </a:r>
          </a:p>
          <a:p>
            <a:r>
              <a:rPr lang="en-US" dirty="0"/>
              <a:t>Declared as an attribute of a tag and used within the element defined:</a:t>
            </a:r>
            <a:br>
              <a:rPr lang="en-US" dirty="0"/>
            </a:br>
            <a:br>
              <a:rPr lang="en-US" dirty="0"/>
            </a:br>
            <a:r>
              <a:rPr lang="en-US" dirty="0"/>
              <a:t>&lt;</a:t>
            </a:r>
            <a:r>
              <a:rPr lang="en-US" dirty="0" err="1"/>
              <a:t>rss</a:t>
            </a:r>
            <a:r>
              <a:rPr lang="en-US" dirty="0"/>
              <a:t> </a:t>
            </a:r>
            <a:r>
              <a:rPr lang="en-US" dirty="0" err="1">
                <a:solidFill>
                  <a:srgbClr val="FF0000"/>
                </a:solidFill>
              </a:rPr>
              <a:t>xmlns:atom</a:t>
            </a:r>
            <a:r>
              <a:rPr lang="en-US" dirty="0">
                <a:solidFill>
                  <a:srgbClr val="FF0000"/>
                </a:solidFill>
              </a:rPr>
              <a:t>="http://www.w3.org/2005/Atom"</a:t>
            </a:r>
            <a:r>
              <a:rPr lang="en-US" dirty="0"/>
              <a:t>&gt;</a:t>
            </a:r>
            <a:br>
              <a:rPr lang="en-US" dirty="0"/>
            </a:br>
            <a:r>
              <a:rPr lang="en-US" dirty="0"/>
              <a:t>      &lt;</a:t>
            </a:r>
            <a:r>
              <a:rPr lang="en-US" dirty="0" err="1">
                <a:solidFill>
                  <a:srgbClr val="FF0000"/>
                </a:solidFill>
              </a:rPr>
              <a:t>atom:link</a:t>
            </a:r>
            <a:r>
              <a:rPr lang="en-US" dirty="0"/>
              <a:t> </a:t>
            </a:r>
            <a:r>
              <a:rPr lang="en-US" dirty="0" err="1"/>
              <a:t>rel</a:t>
            </a:r>
            <a:r>
              <a:rPr lang="en-US" dirty="0"/>
              <a:t>="self" </a:t>
            </a:r>
            <a:r>
              <a:rPr lang="en-US" dirty="0" err="1"/>
              <a:t>href</a:t>
            </a:r>
            <a:r>
              <a:rPr lang="en-US" dirty="0"/>
              <a:t>="http://thisfeed" </a:t>
            </a:r>
            <a:br>
              <a:rPr lang="en-US" dirty="0"/>
            </a:br>
            <a:r>
              <a:rPr lang="en-US" dirty="0"/>
              <a:t>                             type="application/</a:t>
            </a:r>
            <a:r>
              <a:rPr lang="en-US" dirty="0" err="1"/>
              <a:t>rss+xml</a:t>
            </a:r>
            <a:r>
              <a:rPr lang="en-US" dirty="0"/>
              <a:t>"/&gt; </a:t>
            </a:r>
            <a:br>
              <a:rPr lang="en-US" dirty="0"/>
            </a:br>
            <a:r>
              <a:rPr lang="en-US" dirty="0"/>
              <a:t>&lt;/</a:t>
            </a:r>
            <a:r>
              <a:rPr lang="en-US" dirty="0" err="1"/>
              <a:t>rss</a:t>
            </a:r>
            <a:r>
              <a:rPr lang="en-US" dirty="0"/>
              <a:t>&gt;</a:t>
            </a:r>
          </a:p>
          <a:p>
            <a:endParaRPr lang="en-US" dirty="0"/>
          </a:p>
        </p:txBody>
      </p:sp>
      <p:sp>
        <p:nvSpPr>
          <p:cNvPr id="4" name="Date Placeholder 3"/>
          <p:cNvSpPr>
            <a:spLocks noGrp="1"/>
          </p:cNvSpPr>
          <p:nvPr>
            <p:ph type="dt" sz="half" idx="10"/>
          </p:nvPr>
        </p:nvSpPr>
        <p:spPr/>
        <p:txBody>
          <a:bodyPr/>
          <a:lstStyle/>
          <a:p>
            <a:r>
              <a:rPr lang="en-US"/>
              <a:t>rev 24/9/23</a:t>
            </a:r>
          </a:p>
        </p:txBody>
      </p:sp>
      <p:sp>
        <p:nvSpPr>
          <p:cNvPr id="5" name="Footer Placeholder 4"/>
          <p:cNvSpPr>
            <a:spLocks noGrp="1"/>
          </p:cNvSpPr>
          <p:nvPr>
            <p:ph type="ftr" sz="quarter" idx="11"/>
          </p:nvPr>
        </p:nvSpPr>
        <p:spPr/>
        <p:txBody>
          <a:bodyPr/>
          <a:lstStyle/>
          <a:p>
            <a:r>
              <a:rPr lang="en-US"/>
              <a:t>Intro ITWS</a:t>
            </a:r>
          </a:p>
        </p:txBody>
      </p:sp>
      <p:sp>
        <p:nvSpPr>
          <p:cNvPr id="6" name="Slide Number Placeholder 5"/>
          <p:cNvSpPr>
            <a:spLocks noGrp="1"/>
          </p:cNvSpPr>
          <p:nvPr>
            <p:ph type="sldNum" sz="quarter" idx="12"/>
          </p:nvPr>
        </p:nvSpPr>
        <p:spPr/>
        <p:txBody>
          <a:bodyPr/>
          <a:lstStyle/>
          <a:p>
            <a:fld id="{3FB4D746-536C-5F43-9CDA-58AA2D13BEE1}" type="slidenum">
              <a:rPr lang="en-US" smtClean="0"/>
              <a:t>20</a:t>
            </a:fld>
            <a:endParaRPr lang="en-US"/>
          </a:p>
        </p:txBody>
      </p:sp>
    </p:spTree>
    <p:extLst>
      <p:ext uri="{BB962C8B-B14F-4D97-AF65-F5344CB8AC3E}">
        <p14:creationId xmlns:p14="http://schemas.microsoft.com/office/powerpoint/2010/main" val="42359093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Microformats</a:t>
            </a:r>
            <a:endParaRPr lang="en-US" dirty="0"/>
          </a:p>
        </p:txBody>
      </p:sp>
      <p:sp>
        <p:nvSpPr>
          <p:cNvPr id="3" name="Content Placeholder 2"/>
          <p:cNvSpPr>
            <a:spLocks noGrp="1"/>
          </p:cNvSpPr>
          <p:nvPr>
            <p:ph idx="1"/>
          </p:nvPr>
        </p:nvSpPr>
        <p:spPr/>
        <p:txBody>
          <a:bodyPr/>
          <a:lstStyle/>
          <a:p>
            <a:r>
              <a:rPr lang="en-US" dirty="0"/>
              <a:t>Add semantic meaning to (x)html documents</a:t>
            </a:r>
          </a:p>
          <a:p>
            <a:r>
              <a:rPr lang="en-US" dirty="0"/>
              <a:t>Add machine readable definition (meaning) to human readable content</a:t>
            </a:r>
          </a:p>
          <a:p>
            <a:r>
              <a:rPr lang="en-US" dirty="0"/>
              <a:t>Provides for the machine (non-human) consumer</a:t>
            </a:r>
          </a:p>
          <a:p>
            <a:pPr lvl="1"/>
            <a:r>
              <a:rPr lang="en-US" dirty="0" err="1"/>
              <a:t>hCard</a:t>
            </a:r>
            <a:endParaRPr lang="en-US" dirty="0"/>
          </a:p>
          <a:p>
            <a:pPr lvl="1"/>
            <a:r>
              <a:rPr lang="en-US" dirty="0" err="1"/>
              <a:t>hCalendar</a:t>
            </a:r>
            <a:r>
              <a:rPr lang="en-US" dirty="0"/>
              <a:t> (iCal superset)</a:t>
            </a:r>
          </a:p>
          <a:p>
            <a:pPr lvl="1"/>
            <a:r>
              <a:rPr lang="en-US" dirty="0"/>
              <a:t>Atom (subset proposed as </a:t>
            </a:r>
            <a:r>
              <a:rPr lang="en-US" dirty="0" err="1"/>
              <a:t>hAtom</a:t>
            </a:r>
            <a:r>
              <a:rPr lang="en-US" dirty="0"/>
              <a:t>)</a:t>
            </a:r>
          </a:p>
          <a:p>
            <a:pPr lvl="1"/>
            <a:r>
              <a:rPr lang="en-US" dirty="0"/>
              <a:t>RSS (older, stable, still widely used)</a:t>
            </a:r>
          </a:p>
          <a:p>
            <a:pPr lvl="2"/>
            <a:r>
              <a:rPr lang="en-US" dirty="0"/>
              <a:t>Rich Site Summary – aka – Really Simple Syndication</a:t>
            </a:r>
          </a:p>
          <a:p>
            <a:pPr lvl="1"/>
            <a:endParaRPr lang="en-US" dirty="0"/>
          </a:p>
          <a:p>
            <a:pPr lvl="1"/>
            <a:endParaRPr lang="en-US" dirty="0"/>
          </a:p>
        </p:txBody>
      </p:sp>
      <p:sp>
        <p:nvSpPr>
          <p:cNvPr id="4" name="Date Placeholder 3"/>
          <p:cNvSpPr>
            <a:spLocks noGrp="1"/>
          </p:cNvSpPr>
          <p:nvPr>
            <p:ph type="dt" sz="half" idx="10"/>
          </p:nvPr>
        </p:nvSpPr>
        <p:spPr/>
        <p:txBody>
          <a:bodyPr/>
          <a:lstStyle/>
          <a:p>
            <a:r>
              <a:rPr lang="en-US"/>
              <a:t>rev 24/9/23</a:t>
            </a:r>
          </a:p>
        </p:txBody>
      </p:sp>
      <p:sp>
        <p:nvSpPr>
          <p:cNvPr id="5" name="Footer Placeholder 4"/>
          <p:cNvSpPr>
            <a:spLocks noGrp="1"/>
          </p:cNvSpPr>
          <p:nvPr>
            <p:ph type="ftr" sz="quarter" idx="11"/>
          </p:nvPr>
        </p:nvSpPr>
        <p:spPr/>
        <p:txBody>
          <a:bodyPr/>
          <a:lstStyle/>
          <a:p>
            <a:r>
              <a:rPr lang="en-US"/>
              <a:t>Intro ITWS</a:t>
            </a:r>
          </a:p>
        </p:txBody>
      </p:sp>
      <p:sp>
        <p:nvSpPr>
          <p:cNvPr id="6" name="Slide Number Placeholder 5"/>
          <p:cNvSpPr>
            <a:spLocks noGrp="1"/>
          </p:cNvSpPr>
          <p:nvPr>
            <p:ph type="sldNum" sz="quarter" idx="12"/>
          </p:nvPr>
        </p:nvSpPr>
        <p:spPr/>
        <p:txBody>
          <a:bodyPr/>
          <a:lstStyle/>
          <a:p>
            <a:fld id="{3FB4D746-536C-5F43-9CDA-58AA2D13BEE1}" type="slidenum">
              <a:rPr lang="en-US" smtClean="0"/>
              <a:t>21</a:t>
            </a:fld>
            <a:endParaRPr lang="en-US"/>
          </a:p>
        </p:txBody>
      </p:sp>
    </p:spTree>
    <p:extLst>
      <p:ext uri="{BB962C8B-B14F-4D97-AF65-F5344CB8AC3E}">
        <p14:creationId xmlns:p14="http://schemas.microsoft.com/office/powerpoint/2010/main" val="38243525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FE8EC-D377-744A-B64A-A311DB2BFEDE}"/>
              </a:ext>
            </a:extLst>
          </p:cNvPr>
          <p:cNvSpPr>
            <a:spLocks noGrp="1"/>
          </p:cNvSpPr>
          <p:nvPr>
            <p:ph type="title"/>
          </p:nvPr>
        </p:nvSpPr>
        <p:spPr>
          <a:xfrm>
            <a:off x="731521" y="108012"/>
            <a:ext cx="10723200" cy="680264"/>
          </a:xfrm>
        </p:spPr>
        <p:txBody>
          <a:bodyPr/>
          <a:lstStyle/>
          <a:p>
            <a:r>
              <a:rPr lang="en-US" sz="4000" dirty="0"/>
              <a:t>XCAL – XML Calendar microformat</a:t>
            </a:r>
          </a:p>
        </p:txBody>
      </p:sp>
      <p:sp>
        <p:nvSpPr>
          <p:cNvPr id="4" name="Date Placeholder 3">
            <a:extLst>
              <a:ext uri="{FF2B5EF4-FFF2-40B4-BE49-F238E27FC236}">
                <a16:creationId xmlns:a16="http://schemas.microsoft.com/office/drawing/2014/main" id="{EBB956D9-88B1-304B-A944-CFDD7E1E5ECF}"/>
              </a:ext>
            </a:extLst>
          </p:cNvPr>
          <p:cNvSpPr>
            <a:spLocks noGrp="1"/>
          </p:cNvSpPr>
          <p:nvPr>
            <p:ph type="dt" sz="half" idx="10"/>
          </p:nvPr>
        </p:nvSpPr>
        <p:spPr/>
        <p:txBody>
          <a:bodyPr/>
          <a:lstStyle/>
          <a:p>
            <a:r>
              <a:rPr lang="en-US"/>
              <a:t>rev 24/9/23</a:t>
            </a:r>
          </a:p>
        </p:txBody>
      </p:sp>
      <p:sp>
        <p:nvSpPr>
          <p:cNvPr id="5" name="Footer Placeholder 4">
            <a:extLst>
              <a:ext uri="{FF2B5EF4-FFF2-40B4-BE49-F238E27FC236}">
                <a16:creationId xmlns:a16="http://schemas.microsoft.com/office/drawing/2014/main" id="{74E0ECF6-FF84-944E-B634-5582231C4C2A}"/>
              </a:ext>
            </a:extLst>
          </p:cNvPr>
          <p:cNvSpPr>
            <a:spLocks noGrp="1"/>
          </p:cNvSpPr>
          <p:nvPr>
            <p:ph type="ftr" sz="quarter" idx="11"/>
          </p:nvPr>
        </p:nvSpPr>
        <p:spPr/>
        <p:txBody>
          <a:bodyPr/>
          <a:lstStyle/>
          <a:p>
            <a:r>
              <a:rPr lang="en-US"/>
              <a:t>Intro ITWS</a:t>
            </a:r>
          </a:p>
        </p:txBody>
      </p:sp>
      <p:sp>
        <p:nvSpPr>
          <p:cNvPr id="6" name="Slide Number Placeholder 5">
            <a:extLst>
              <a:ext uri="{FF2B5EF4-FFF2-40B4-BE49-F238E27FC236}">
                <a16:creationId xmlns:a16="http://schemas.microsoft.com/office/drawing/2014/main" id="{71C1E2E4-A8A6-0340-9102-580D4B72A8E6}"/>
              </a:ext>
            </a:extLst>
          </p:cNvPr>
          <p:cNvSpPr>
            <a:spLocks noGrp="1"/>
          </p:cNvSpPr>
          <p:nvPr>
            <p:ph type="sldNum" sz="quarter" idx="12"/>
          </p:nvPr>
        </p:nvSpPr>
        <p:spPr/>
        <p:txBody>
          <a:bodyPr/>
          <a:lstStyle/>
          <a:p>
            <a:fld id="{3FB4D746-536C-5F43-9CDA-58AA2D13BEE1}" type="slidenum">
              <a:rPr lang="en-US" smtClean="0"/>
              <a:t>22</a:t>
            </a:fld>
            <a:endParaRPr lang="en-US"/>
          </a:p>
        </p:txBody>
      </p:sp>
      <p:sp>
        <p:nvSpPr>
          <p:cNvPr id="7" name="Rectangle 6">
            <a:extLst>
              <a:ext uri="{FF2B5EF4-FFF2-40B4-BE49-F238E27FC236}">
                <a16:creationId xmlns:a16="http://schemas.microsoft.com/office/drawing/2014/main" id="{1087F665-A118-E045-B4BE-E6FB1BCA3A23}"/>
              </a:ext>
            </a:extLst>
          </p:cNvPr>
          <p:cNvSpPr/>
          <p:nvPr/>
        </p:nvSpPr>
        <p:spPr>
          <a:xfrm>
            <a:off x="731521" y="1024035"/>
            <a:ext cx="11597113" cy="13018949"/>
          </a:xfrm>
          <a:prstGeom prst="rect">
            <a:avLst/>
          </a:prstGeom>
        </p:spPr>
        <p:txBody>
          <a:bodyPr wrap="square">
            <a:spAutoFit/>
          </a:bodyPr>
          <a:lstStyle/>
          <a:p>
            <a:r>
              <a:rPr lang="en-US" sz="1400" dirty="0">
                <a:solidFill>
                  <a:srgbClr val="000000"/>
                </a:solidFill>
                <a:latin typeface="Menlo" panose="020B0609030804020204" pitchFamily="49" charset="0"/>
              </a:rPr>
              <a:t>&lt;?xml version="1.0" encoding="UTF-8" ?&gt;</a:t>
            </a:r>
          </a:p>
          <a:p>
            <a:br>
              <a:rPr lang="en-US" sz="1400" dirty="0">
                <a:solidFill>
                  <a:srgbClr val="000000"/>
                </a:solidFill>
                <a:latin typeface="Menlo" panose="020B0609030804020204" pitchFamily="49" charset="0"/>
              </a:rPr>
            </a:br>
            <a:endParaRPr lang="en-US" sz="1400" dirty="0">
              <a:solidFill>
                <a:srgbClr val="000000"/>
              </a:solidFill>
              <a:latin typeface="Menlo" panose="020B0609030804020204" pitchFamily="49" charset="0"/>
            </a:endParaRPr>
          </a:p>
          <a:p>
            <a:r>
              <a:rPr lang="en-US" sz="1400" dirty="0">
                <a:solidFill>
                  <a:srgbClr val="000000"/>
                </a:solidFill>
                <a:latin typeface="Menlo" panose="020B0609030804020204" pitchFamily="49" charset="0"/>
              </a:rPr>
              <a:t>&lt;</a:t>
            </a:r>
            <a:r>
              <a:rPr lang="en-US" sz="1400" dirty="0" err="1">
                <a:solidFill>
                  <a:srgbClr val="000000"/>
                </a:solidFill>
                <a:latin typeface="Menlo" panose="020B0609030804020204" pitchFamily="49" charset="0"/>
              </a:rPr>
              <a:t>icalendar</a:t>
            </a:r>
            <a:r>
              <a:rPr lang="en-US" sz="1400" dirty="0">
                <a:solidFill>
                  <a:srgbClr val="000000"/>
                </a:solidFill>
                <a:latin typeface="Menlo" panose="020B0609030804020204" pitchFamily="49" charset="0"/>
              </a:rPr>
              <a:t> </a:t>
            </a:r>
            <a:r>
              <a:rPr lang="en-US" sz="1400" dirty="0" err="1">
                <a:solidFill>
                  <a:srgbClr val="000000"/>
                </a:solidFill>
                <a:latin typeface="Menlo" panose="020B0609030804020204" pitchFamily="49" charset="0"/>
              </a:rPr>
              <a:t>xmlns</a:t>
            </a:r>
            <a:r>
              <a:rPr lang="en-US" sz="1400" dirty="0">
                <a:solidFill>
                  <a:srgbClr val="000000"/>
                </a:solidFill>
                <a:latin typeface="Menlo" panose="020B0609030804020204" pitchFamily="49" charset="0"/>
              </a:rPr>
              <a:t>="urn:ietf:params:xml:ns:icalendar-2.0"&gt;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vcalendar</a:t>
            </a:r>
            <a:r>
              <a:rPr lang="en-US" sz="1400" dirty="0">
                <a:solidFill>
                  <a:srgbClr val="000000"/>
                </a:solidFill>
                <a:latin typeface="Menlo" panose="020B0609030804020204" pitchFamily="49" charset="0"/>
              </a:rPr>
              <a:t>&gt;</a:t>
            </a:r>
          </a:p>
          <a:p>
            <a:r>
              <a:rPr lang="en-US" sz="1400" dirty="0">
                <a:solidFill>
                  <a:srgbClr val="000000"/>
                </a:solidFill>
                <a:latin typeface="Menlo" panose="020B0609030804020204" pitchFamily="49" charset="0"/>
              </a:rPr>
              <a:t>    &lt;properties&gt;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prodid</a:t>
            </a:r>
            <a:r>
              <a:rPr lang="en-US" sz="1400" dirty="0">
                <a:solidFill>
                  <a:srgbClr val="000000"/>
                </a:solidFill>
                <a:latin typeface="Menlo" panose="020B0609030804020204" pitchFamily="49" charset="0"/>
              </a:rPr>
              <a:t>&gt;</a:t>
            </a:r>
          </a:p>
          <a:p>
            <a:r>
              <a:rPr lang="en-US" sz="1400" dirty="0">
                <a:solidFill>
                  <a:srgbClr val="000000"/>
                </a:solidFill>
                <a:latin typeface="Menlo" panose="020B0609030804020204" pitchFamily="49" charset="0"/>
              </a:rPr>
              <a:t>        &lt;text&gt;//</a:t>
            </a:r>
            <a:r>
              <a:rPr lang="en-US" sz="1400" dirty="0" err="1">
                <a:solidFill>
                  <a:srgbClr val="000000"/>
                </a:solidFill>
                <a:latin typeface="Menlo" panose="020B0609030804020204" pitchFamily="49" charset="0"/>
              </a:rPr>
              <a:t>Bedework.org</a:t>
            </a:r>
            <a:r>
              <a:rPr lang="en-US" sz="1400" dirty="0">
                <a:solidFill>
                  <a:srgbClr val="000000"/>
                </a:solidFill>
                <a:latin typeface="Menlo" panose="020B0609030804020204" pitchFamily="49" charset="0"/>
              </a:rPr>
              <a:t>//</a:t>
            </a:r>
            <a:r>
              <a:rPr lang="en-US" sz="1400" dirty="0" err="1">
                <a:solidFill>
                  <a:srgbClr val="000000"/>
                </a:solidFill>
                <a:latin typeface="Menlo" panose="020B0609030804020204" pitchFamily="49" charset="0"/>
              </a:rPr>
              <a:t>BedeWork</a:t>
            </a:r>
            <a:r>
              <a:rPr lang="en-US" sz="1400" dirty="0">
                <a:solidFill>
                  <a:srgbClr val="000000"/>
                </a:solidFill>
                <a:latin typeface="Menlo" panose="020B0609030804020204" pitchFamily="49" charset="0"/>
              </a:rPr>
              <a:t> V3.11.1//EN&lt;/text&gt;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prodid</a:t>
            </a:r>
            <a:r>
              <a:rPr lang="en-US" sz="1400" dirty="0">
                <a:solidFill>
                  <a:srgbClr val="000000"/>
                </a:solidFill>
                <a:latin typeface="Menlo" panose="020B0609030804020204" pitchFamily="49" charset="0"/>
              </a:rPr>
              <a:t>&gt;</a:t>
            </a:r>
          </a:p>
          <a:p>
            <a:r>
              <a:rPr lang="en-US" sz="1400" dirty="0">
                <a:solidFill>
                  <a:srgbClr val="000000"/>
                </a:solidFill>
                <a:latin typeface="Menlo" panose="020B0609030804020204" pitchFamily="49" charset="0"/>
              </a:rPr>
              <a:t>      &lt;version&gt;</a:t>
            </a:r>
          </a:p>
          <a:p>
            <a:r>
              <a:rPr lang="en-US" sz="1400" dirty="0">
                <a:solidFill>
                  <a:srgbClr val="000000"/>
                </a:solidFill>
                <a:latin typeface="Menlo" panose="020B0609030804020204" pitchFamily="49" charset="0"/>
              </a:rPr>
              <a:t>        &lt;text&gt;2.0&lt;/text&gt;</a:t>
            </a:r>
          </a:p>
          <a:p>
            <a:r>
              <a:rPr lang="en-US" sz="1400" dirty="0">
                <a:solidFill>
                  <a:srgbClr val="000000"/>
                </a:solidFill>
                <a:latin typeface="Menlo" panose="020B0609030804020204" pitchFamily="49" charset="0"/>
              </a:rPr>
              <a:t>      &lt;/version&gt;</a:t>
            </a:r>
          </a:p>
          <a:p>
            <a:r>
              <a:rPr lang="en-US" sz="1400" dirty="0">
                <a:solidFill>
                  <a:srgbClr val="000000"/>
                </a:solidFill>
                <a:latin typeface="Menlo" panose="020B0609030804020204" pitchFamily="49" charset="0"/>
              </a:rPr>
              <a:t>    &lt;/properties&gt;</a:t>
            </a:r>
          </a:p>
          <a:p>
            <a:r>
              <a:rPr lang="en-US" sz="1400" dirty="0">
                <a:solidFill>
                  <a:srgbClr val="000000"/>
                </a:solidFill>
                <a:latin typeface="Menlo" panose="020B0609030804020204" pitchFamily="49" charset="0"/>
              </a:rPr>
              <a:t>    &lt;components&gt;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vtimezone</a:t>
            </a:r>
            <a:r>
              <a:rPr lang="en-US" sz="1400" dirty="0">
                <a:solidFill>
                  <a:srgbClr val="000000"/>
                </a:solidFill>
                <a:latin typeface="Menlo" panose="020B0609030804020204" pitchFamily="49" charset="0"/>
              </a:rPr>
              <a:t>&gt;</a:t>
            </a:r>
          </a:p>
          <a:p>
            <a:r>
              <a:rPr lang="en-US" sz="1400" dirty="0">
                <a:solidFill>
                  <a:srgbClr val="000000"/>
                </a:solidFill>
                <a:latin typeface="Menlo" panose="020B0609030804020204" pitchFamily="49" charset="0"/>
              </a:rPr>
              <a:t>        &lt;properties&gt;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tzid</a:t>
            </a:r>
            <a:r>
              <a:rPr lang="en-US" sz="1400" dirty="0">
                <a:solidFill>
                  <a:srgbClr val="000000"/>
                </a:solidFill>
                <a:latin typeface="Menlo" panose="020B0609030804020204" pitchFamily="49" charset="0"/>
              </a:rPr>
              <a:t>&gt;</a:t>
            </a:r>
          </a:p>
          <a:p>
            <a:r>
              <a:rPr lang="en-US" sz="1400" dirty="0">
                <a:solidFill>
                  <a:srgbClr val="000000"/>
                </a:solidFill>
                <a:latin typeface="Menlo" panose="020B0609030804020204" pitchFamily="49" charset="0"/>
              </a:rPr>
              <a:t>            &lt;text&gt;America/</a:t>
            </a:r>
            <a:r>
              <a:rPr lang="en-US" sz="1400" dirty="0" err="1">
                <a:solidFill>
                  <a:srgbClr val="000000"/>
                </a:solidFill>
                <a:latin typeface="Menlo" panose="020B0609030804020204" pitchFamily="49" charset="0"/>
              </a:rPr>
              <a:t>New_York</a:t>
            </a:r>
            <a:r>
              <a:rPr lang="en-US" sz="1400" dirty="0">
                <a:solidFill>
                  <a:srgbClr val="000000"/>
                </a:solidFill>
                <a:latin typeface="Menlo" panose="020B0609030804020204" pitchFamily="49" charset="0"/>
              </a:rPr>
              <a:t>&lt;/text&gt;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tzid</a:t>
            </a:r>
            <a:r>
              <a:rPr lang="en-US" sz="1400" dirty="0">
                <a:solidFill>
                  <a:srgbClr val="000000"/>
                </a:solidFill>
                <a:latin typeface="Menlo" panose="020B0609030804020204" pitchFamily="49" charset="0"/>
              </a:rPr>
              <a:t>&gt;</a:t>
            </a:r>
          </a:p>
          <a:p>
            <a:r>
              <a:rPr lang="en-US" sz="1400" dirty="0">
                <a:solidFill>
                  <a:srgbClr val="000000"/>
                </a:solidFill>
                <a:latin typeface="Menlo" panose="020B0609030804020204" pitchFamily="49" charset="0"/>
              </a:rPr>
              <a:t>          &lt;x-</a:t>
            </a:r>
            <a:r>
              <a:rPr lang="en-US" sz="1400" dirty="0" err="1">
                <a:solidFill>
                  <a:srgbClr val="000000"/>
                </a:solidFill>
                <a:latin typeface="Menlo" panose="020B0609030804020204" pitchFamily="49" charset="0"/>
              </a:rPr>
              <a:t>lic</a:t>
            </a:r>
            <a:r>
              <a:rPr lang="en-US" sz="1400" dirty="0">
                <a:solidFill>
                  <a:srgbClr val="000000"/>
                </a:solidFill>
                <a:latin typeface="Menlo" panose="020B0609030804020204" pitchFamily="49" charset="0"/>
              </a:rPr>
              <a:t>-location&gt;</a:t>
            </a:r>
          </a:p>
          <a:p>
            <a:r>
              <a:rPr lang="en-US" sz="1400" dirty="0">
                <a:solidFill>
                  <a:srgbClr val="000000"/>
                </a:solidFill>
                <a:latin typeface="Menlo" panose="020B0609030804020204" pitchFamily="49" charset="0"/>
              </a:rPr>
              <a:t>            &lt;text&gt;America/</a:t>
            </a:r>
            <a:r>
              <a:rPr lang="en-US" sz="1400" dirty="0" err="1">
                <a:solidFill>
                  <a:srgbClr val="000000"/>
                </a:solidFill>
                <a:latin typeface="Menlo" panose="020B0609030804020204" pitchFamily="49" charset="0"/>
              </a:rPr>
              <a:t>New_York</a:t>
            </a:r>
            <a:r>
              <a:rPr lang="en-US" sz="1400" dirty="0">
                <a:solidFill>
                  <a:srgbClr val="000000"/>
                </a:solidFill>
                <a:latin typeface="Menlo" panose="020B0609030804020204" pitchFamily="49" charset="0"/>
              </a:rPr>
              <a:t>&lt;/text&gt;</a:t>
            </a:r>
          </a:p>
          <a:p>
            <a:r>
              <a:rPr lang="en-US" sz="1400" dirty="0">
                <a:solidFill>
                  <a:srgbClr val="000000"/>
                </a:solidFill>
                <a:latin typeface="Menlo" panose="020B0609030804020204" pitchFamily="49" charset="0"/>
              </a:rPr>
              <a:t>          &lt;/x-</a:t>
            </a:r>
            <a:r>
              <a:rPr lang="en-US" sz="1400" dirty="0" err="1">
                <a:solidFill>
                  <a:srgbClr val="000000"/>
                </a:solidFill>
                <a:latin typeface="Menlo" panose="020B0609030804020204" pitchFamily="49" charset="0"/>
              </a:rPr>
              <a:t>lic</a:t>
            </a:r>
            <a:r>
              <a:rPr lang="en-US" sz="1400" dirty="0">
                <a:solidFill>
                  <a:srgbClr val="000000"/>
                </a:solidFill>
                <a:latin typeface="Menlo" panose="020B0609030804020204" pitchFamily="49" charset="0"/>
              </a:rPr>
              <a:t>-location&gt;</a:t>
            </a:r>
          </a:p>
          <a:p>
            <a:r>
              <a:rPr lang="en-US" sz="1400" dirty="0">
                <a:solidFill>
                  <a:srgbClr val="000000"/>
                </a:solidFill>
                <a:latin typeface="Menlo" panose="020B0609030804020204" pitchFamily="49" charset="0"/>
              </a:rPr>
              <a:t>        &lt;/properties&gt;</a:t>
            </a:r>
          </a:p>
          <a:p>
            <a:r>
              <a:rPr lang="en-US" sz="1400" dirty="0">
                <a:solidFill>
                  <a:srgbClr val="000000"/>
                </a:solidFill>
                <a:latin typeface="Menlo" panose="020B0609030804020204" pitchFamily="49" charset="0"/>
              </a:rPr>
              <a:t>        &lt;components&gt;</a:t>
            </a:r>
          </a:p>
          <a:p>
            <a:r>
              <a:rPr lang="en-US" sz="1400" dirty="0">
                <a:solidFill>
                  <a:srgbClr val="000000"/>
                </a:solidFill>
                <a:latin typeface="Menlo" panose="020B0609030804020204" pitchFamily="49" charset="0"/>
              </a:rPr>
              <a:t>          &lt;standard&gt;</a:t>
            </a:r>
          </a:p>
          <a:p>
            <a:r>
              <a:rPr lang="en-US" sz="1400" dirty="0">
                <a:solidFill>
                  <a:srgbClr val="000000"/>
                </a:solidFill>
                <a:latin typeface="Menlo" panose="020B0609030804020204" pitchFamily="49" charset="0"/>
              </a:rPr>
              <a:t>            &lt;properties&gt;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tzoffsetfrom</a:t>
            </a:r>
            <a:r>
              <a:rPr lang="en-US" sz="1400" dirty="0">
                <a:solidFill>
                  <a:srgbClr val="000000"/>
                </a:solidFill>
                <a:latin typeface="Menlo" panose="020B0609030804020204" pitchFamily="49" charset="0"/>
              </a:rPr>
              <a:t>&gt;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utc</a:t>
            </a:r>
            <a:r>
              <a:rPr lang="en-US" sz="1400" dirty="0">
                <a:solidFill>
                  <a:srgbClr val="000000"/>
                </a:solidFill>
                <a:latin typeface="Menlo" panose="020B0609030804020204" pitchFamily="49" charset="0"/>
              </a:rPr>
              <a:t>-offset&gt;-045602&lt;/</a:t>
            </a:r>
            <a:r>
              <a:rPr lang="en-US" sz="1400" dirty="0" err="1">
                <a:solidFill>
                  <a:srgbClr val="000000"/>
                </a:solidFill>
                <a:latin typeface="Menlo" panose="020B0609030804020204" pitchFamily="49" charset="0"/>
              </a:rPr>
              <a:t>utc</a:t>
            </a:r>
            <a:r>
              <a:rPr lang="en-US" sz="1400" dirty="0">
                <a:solidFill>
                  <a:srgbClr val="000000"/>
                </a:solidFill>
                <a:latin typeface="Menlo" panose="020B0609030804020204" pitchFamily="49" charset="0"/>
              </a:rPr>
              <a:t>-offset&gt;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tzoffsetfrom</a:t>
            </a:r>
            <a:r>
              <a:rPr lang="en-US" sz="1400" dirty="0">
                <a:solidFill>
                  <a:srgbClr val="000000"/>
                </a:solidFill>
                <a:latin typeface="Menlo" panose="020B0609030804020204" pitchFamily="49" charset="0"/>
              </a:rPr>
              <a:t>&gt;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tzoffsetto</a:t>
            </a:r>
            <a:r>
              <a:rPr lang="en-US" sz="1400" dirty="0">
                <a:solidFill>
                  <a:srgbClr val="000000"/>
                </a:solidFill>
                <a:latin typeface="Menlo" panose="020B0609030804020204" pitchFamily="49" charset="0"/>
              </a:rPr>
              <a:t>&gt;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utc</a:t>
            </a:r>
            <a:r>
              <a:rPr lang="en-US" sz="1400" dirty="0">
                <a:solidFill>
                  <a:srgbClr val="000000"/>
                </a:solidFill>
                <a:latin typeface="Menlo" panose="020B0609030804020204" pitchFamily="49" charset="0"/>
              </a:rPr>
              <a:t>-offset&gt;-0500&lt;/</a:t>
            </a:r>
            <a:r>
              <a:rPr lang="en-US" sz="1400" dirty="0" err="1">
                <a:solidFill>
                  <a:srgbClr val="000000"/>
                </a:solidFill>
                <a:latin typeface="Menlo" panose="020B0609030804020204" pitchFamily="49" charset="0"/>
              </a:rPr>
              <a:t>utc</a:t>
            </a:r>
            <a:r>
              <a:rPr lang="en-US" sz="1400" dirty="0">
                <a:solidFill>
                  <a:srgbClr val="000000"/>
                </a:solidFill>
                <a:latin typeface="Menlo" panose="020B0609030804020204" pitchFamily="49" charset="0"/>
              </a:rPr>
              <a:t>-offset&gt;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tzoffsetto</a:t>
            </a:r>
            <a:r>
              <a:rPr lang="en-US" sz="1400" dirty="0">
                <a:solidFill>
                  <a:srgbClr val="000000"/>
                </a:solidFill>
                <a:latin typeface="Menlo" panose="020B0609030804020204" pitchFamily="49" charset="0"/>
              </a:rPr>
              <a:t>&gt;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tzname</a:t>
            </a:r>
            <a:r>
              <a:rPr lang="en-US" sz="1400" dirty="0">
                <a:solidFill>
                  <a:srgbClr val="000000"/>
                </a:solidFill>
                <a:latin typeface="Menlo" panose="020B0609030804020204" pitchFamily="49" charset="0"/>
              </a:rPr>
              <a:t>&gt;</a:t>
            </a:r>
          </a:p>
          <a:p>
            <a:r>
              <a:rPr lang="en-US" sz="1400" dirty="0">
                <a:solidFill>
                  <a:srgbClr val="000000"/>
                </a:solidFill>
                <a:latin typeface="Menlo" panose="020B0609030804020204" pitchFamily="49" charset="0"/>
              </a:rPr>
              <a:t>                &lt;text&gt;EST&lt;/text&gt;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tzname</a:t>
            </a:r>
            <a:r>
              <a:rPr lang="en-US" sz="1400" dirty="0">
                <a:solidFill>
                  <a:srgbClr val="000000"/>
                </a:solidFill>
                <a:latin typeface="Menlo" panose="020B0609030804020204" pitchFamily="49" charset="0"/>
              </a:rPr>
              <a:t>&gt;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dtstart</a:t>
            </a:r>
            <a:r>
              <a:rPr lang="en-US" sz="1400" dirty="0">
                <a:solidFill>
                  <a:srgbClr val="000000"/>
                </a:solidFill>
                <a:latin typeface="Menlo" panose="020B0609030804020204" pitchFamily="49" charset="0"/>
              </a:rPr>
              <a:t>&gt;</a:t>
            </a:r>
          </a:p>
          <a:p>
            <a:r>
              <a:rPr lang="en-US" sz="1400" dirty="0">
                <a:solidFill>
                  <a:srgbClr val="000000"/>
                </a:solidFill>
                <a:latin typeface="Menlo" panose="020B0609030804020204" pitchFamily="49" charset="0"/>
              </a:rPr>
              <a:t>                &lt;date-time&gt;18831118T120358&lt;/date-time&gt;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dtstart</a:t>
            </a:r>
            <a:r>
              <a:rPr lang="en-US" sz="1400" dirty="0">
                <a:solidFill>
                  <a:srgbClr val="000000"/>
                </a:solidFill>
                <a:latin typeface="Menlo" panose="020B0609030804020204" pitchFamily="49" charset="0"/>
              </a:rPr>
              <a:t>&gt;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rdate</a:t>
            </a:r>
            <a:r>
              <a:rPr lang="en-US" sz="1400" dirty="0">
                <a:solidFill>
                  <a:srgbClr val="000000"/>
                </a:solidFill>
                <a:latin typeface="Menlo" panose="020B0609030804020204" pitchFamily="49" charset="0"/>
              </a:rPr>
              <a:t>&gt;</a:t>
            </a:r>
          </a:p>
          <a:p>
            <a:r>
              <a:rPr lang="en-US" sz="1400" dirty="0">
                <a:solidFill>
                  <a:srgbClr val="000000"/>
                </a:solidFill>
                <a:latin typeface="Menlo" panose="020B0609030804020204" pitchFamily="49" charset="0"/>
              </a:rPr>
              <a:t>                &lt;date-time&gt;18831118T120358&lt;/date-time&gt;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rdate</a:t>
            </a:r>
            <a:r>
              <a:rPr lang="en-US" sz="1400" dirty="0">
                <a:solidFill>
                  <a:srgbClr val="000000"/>
                </a:solidFill>
                <a:latin typeface="Menlo" panose="020B0609030804020204" pitchFamily="49" charset="0"/>
              </a:rPr>
              <a:t>&gt;</a:t>
            </a:r>
          </a:p>
          <a:p>
            <a:r>
              <a:rPr lang="en-US" sz="1400" dirty="0">
                <a:solidFill>
                  <a:srgbClr val="000000"/>
                </a:solidFill>
                <a:latin typeface="Menlo" panose="020B0609030804020204" pitchFamily="49" charset="0"/>
              </a:rPr>
              <a:t>            &lt;/properties&gt;</a:t>
            </a:r>
          </a:p>
          <a:p>
            <a:r>
              <a:rPr lang="en-US" sz="1400" dirty="0">
                <a:solidFill>
                  <a:srgbClr val="000000"/>
                </a:solidFill>
                <a:latin typeface="Menlo" panose="020B0609030804020204" pitchFamily="49" charset="0"/>
              </a:rPr>
              <a:t>          &lt;/standard&gt;</a:t>
            </a:r>
          </a:p>
          <a:p>
            <a:r>
              <a:rPr lang="en-US" sz="1400" dirty="0">
                <a:solidFill>
                  <a:srgbClr val="000000"/>
                </a:solidFill>
                <a:latin typeface="Menlo" panose="020B0609030804020204" pitchFamily="49" charset="0"/>
              </a:rPr>
              <a:t>          &lt;daylight&gt;</a:t>
            </a:r>
          </a:p>
          <a:p>
            <a:r>
              <a:rPr lang="en-US" sz="1400" dirty="0">
                <a:solidFill>
                  <a:srgbClr val="000000"/>
                </a:solidFill>
                <a:latin typeface="Menlo" panose="020B0609030804020204" pitchFamily="49" charset="0"/>
              </a:rPr>
              <a:t>            &lt;properties&gt;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tzoffsetfrom</a:t>
            </a:r>
            <a:r>
              <a:rPr lang="en-US" sz="1400" dirty="0">
                <a:solidFill>
                  <a:srgbClr val="000000"/>
                </a:solidFill>
                <a:latin typeface="Menlo" panose="020B0609030804020204" pitchFamily="49" charset="0"/>
              </a:rPr>
              <a:t>&gt;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utc</a:t>
            </a:r>
            <a:r>
              <a:rPr lang="en-US" sz="1400" dirty="0">
                <a:solidFill>
                  <a:srgbClr val="000000"/>
                </a:solidFill>
                <a:latin typeface="Menlo" panose="020B0609030804020204" pitchFamily="49" charset="0"/>
              </a:rPr>
              <a:t>-offset&gt;-0500&lt;/</a:t>
            </a:r>
            <a:r>
              <a:rPr lang="en-US" sz="1400" dirty="0" err="1">
                <a:solidFill>
                  <a:srgbClr val="000000"/>
                </a:solidFill>
                <a:latin typeface="Menlo" panose="020B0609030804020204" pitchFamily="49" charset="0"/>
              </a:rPr>
              <a:t>utc</a:t>
            </a:r>
            <a:r>
              <a:rPr lang="en-US" sz="1400" dirty="0">
                <a:solidFill>
                  <a:srgbClr val="000000"/>
                </a:solidFill>
                <a:latin typeface="Menlo" panose="020B0609030804020204" pitchFamily="49" charset="0"/>
              </a:rPr>
              <a:t>-offset&gt;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tzoffsetfrom</a:t>
            </a:r>
            <a:r>
              <a:rPr lang="en-US" sz="1400" dirty="0">
                <a:solidFill>
                  <a:srgbClr val="000000"/>
                </a:solidFill>
                <a:latin typeface="Menlo" panose="020B0609030804020204" pitchFamily="49" charset="0"/>
              </a:rPr>
              <a:t>&gt;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tzoffsetto</a:t>
            </a:r>
            <a:r>
              <a:rPr lang="en-US" sz="1400" dirty="0">
                <a:solidFill>
                  <a:srgbClr val="000000"/>
                </a:solidFill>
                <a:latin typeface="Menlo" panose="020B0609030804020204" pitchFamily="49" charset="0"/>
              </a:rPr>
              <a:t>&gt;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utc</a:t>
            </a:r>
            <a:r>
              <a:rPr lang="en-US" sz="1400" dirty="0">
                <a:solidFill>
                  <a:srgbClr val="000000"/>
                </a:solidFill>
                <a:latin typeface="Menlo" panose="020B0609030804020204" pitchFamily="49" charset="0"/>
              </a:rPr>
              <a:t>-offset&gt;-0400&lt;/</a:t>
            </a:r>
            <a:r>
              <a:rPr lang="en-US" sz="1400" dirty="0" err="1">
                <a:solidFill>
                  <a:srgbClr val="000000"/>
                </a:solidFill>
                <a:latin typeface="Menlo" panose="020B0609030804020204" pitchFamily="49" charset="0"/>
              </a:rPr>
              <a:t>utc</a:t>
            </a:r>
            <a:r>
              <a:rPr lang="en-US" sz="1400" dirty="0">
                <a:solidFill>
                  <a:srgbClr val="000000"/>
                </a:solidFill>
                <a:latin typeface="Menlo" panose="020B0609030804020204" pitchFamily="49" charset="0"/>
              </a:rPr>
              <a:t>-offset&gt;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tzoffsetto</a:t>
            </a:r>
            <a:r>
              <a:rPr lang="en-US" sz="1400" dirty="0">
                <a:solidFill>
                  <a:srgbClr val="000000"/>
                </a:solidFill>
                <a:latin typeface="Menlo" panose="020B0609030804020204" pitchFamily="49" charset="0"/>
              </a:rPr>
              <a:t>&gt;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tzname</a:t>
            </a:r>
            <a:r>
              <a:rPr lang="en-US" sz="1400" dirty="0">
                <a:solidFill>
                  <a:srgbClr val="000000"/>
                </a:solidFill>
                <a:latin typeface="Menlo" panose="020B0609030804020204" pitchFamily="49" charset="0"/>
              </a:rPr>
              <a:t>&gt;</a:t>
            </a:r>
          </a:p>
          <a:p>
            <a:r>
              <a:rPr lang="en-US" sz="1400" dirty="0">
                <a:solidFill>
                  <a:srgbClr val="000000"/>
                </a:solidFill>
                <a:latin typeface="Menlo" panose="020B0609030804020204" pitchFamily="49" charset="0"/>
              </a:rPr>
              <a:t>                &lt;text&gt;EDT&lt;/text&gt;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tzname</a:t>
            </a:r>
            <a:r>
              <a:rPr lang="en-US" sz="1400" dirty="0">
                <a:solidFill>
                  <a:srgbClr val="000000"/>
                </a:solidFill>
                <a:latin typeface="Menlo" panose="020B0609030804020204" pitchFamily="49" charset="0"/>
              </a:rPr>
              <a:t>&gt;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dtstart</a:t>
            </a:r>
            <a:r>
              <a:rPr lang="en-US" sz="1400" dirty="0">
                <a:solidFill>
                  <a:srgbClr val="000000"/>
                </a:solidFill>
                <a:latin typeface="Menlo" panose="020B0609030804020204" pitchFamily="49" charset="0"/>
              </a:rPr>
              <a:t>&gt;</a:t>
            </a:r>
          </a:p>
          <a:p>
            <a:r>
              <a:rPr lang="en-US" sz="1400" dirty="0">
                <a:solidFill>
                  <a:srgbClr val="000000"/>
                </a:solidFill>
                <a:latin typeface="Menlo" panose="020B0609030804020204" pitchFamily="49" charset="0"/>
              </a:rPr>
              <a:t>                &lt;date-time&gt;19180331T020000&lt;/date-time&gt;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dtstart</a:t>
            </a:r>
            <a:r>
              <a:rPr lang="en-US" sz="1400" dirty="0">
                <a:solidFill>
                  <a:srgbClr val="000000"/>
                </a:solidFill>
                <a:latin typeface="Menlo" panose="020B0609030804020204" pitchFamily="49" charset="0"/>
              </a:rPr>
              <a:t>&gt;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rrule</a:t>
            </a:r>
            <a:r>
              <a:rPr lang="en-US" sz="1400" dirty="0">
                <a:solidFill>
                  <a:srgbClr val="000000"/>
                </a:solidFill>
                <a:latin typeface="Menlo" panose="020B0609030804020204" pitchFamily="49" charset="0"/>
              </a:rPr>
              <a:t>&gt;</a:t>
            </a:r>
          </a:p>
          <a:p>
            <a:r>
              <a:rPr lang="en-US" sz="1400" dirty="0">
                <a:solidFill>
                  <a:srgbClr val="000000"/>
                </a:solidFill>
                <a:latin typeface="Menlo" panose="020B0609030804020204" pitchFamily="49" charset="0"/>
              </a:rPr>
              <a:t>                &lt;recur&gt;</a:t>
            </a:r>
          </a:p>
          <a:p>
            <a:r>
              <a:rPr lang="en-US" sz="1400" dirty="0">
                <a:solidFill>
                  <a:srgbClr val="000000"/>
                </a:solidFill>
                <a:latin typeface="Menlo" panose="020B0609030804020204" pitchFamily="49" charset="0"/>
              </a:rPr>
              <a:t>                  &lt;</a:t>
            </a:r>
            <a:r>
              <a:rPr lang="en-US" sz="1400" dirty="0" err="1">
                <a:solidFill>
                  <a:srgbClr val="000000"/>
                </a:solidFill>
                <a:latin typeface="Menlo" panose="020B0609030804020204" pitchFamily="49" charset="0"/>
              </a:rPr>
              <a:t>freq</a:t>
            </a:r>
            <a:r>
              <a:rPr lang="en-US" sz="1400" dirty="0">
                <a:solidFill>
                  <a:srgbClr val="000000"/>
                </a:solidFill>
                <a:latin typeface="Menlo" panose="020B0609030804020204" pitchFamily="49" charset="0"/>
              </a:rPr>
              <a:t>&gt;YEARLY&lt;/</a:t>
            </a:r>
            <a:r>
              <a:rPr lang="en-US" sz="1400" dirty="0" err="1">
                <a:solidFill>
                  <a:srgbClr val="000000"/>
                </a:solidFill>
                <a:latin typeface="Menlo" panose="020B0609030804020204" pitchFamily="49" charset="0"/>
              </a:rPr>
              <a:t>freq</a:t>
            </a:r>
            <a:r>
              <a:rPr lang="en-US" sz="1400" dirty="0">
                <a:solidFill>
                  <a:srgbClr val="000000"/>
                </a:solidFill>
                <a:latin typeface="Menlo" panose="020B0609030804020204" pitchFamily="49" charset="0"/>
              </a:rPr>
              <a:t>&gt;</a:t>
            </a:r>
            <a:endParaRPr lang="en-US" sz="14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36907429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Syndication</a:t>
            </a:r>
          </a:p>
        </p:txBody>
      </p:sp>
      <p:sp>
        <p:nvSpPr>
          <p:cNvPr id="3" name="Content Placeholder 2"/>
          <p:cNvSpPr>
            <a:spLocks noGrp="1"/>
          </p:cNvSpPr>
          <p:nvPr>
            <p:ph idx="1"/>
          </p:nvPr>
        </p:nvSpPr>
        <p:spPr/>
        <p:txBody>
          <a:bodyPr/>
          <a:lstStyle/>
          <a:p>
            <a:r>
              <a:rPr lang="en-US" b="1" dirty="0"/>
              <a:t>RSS</a:t>
            </a:r>
            <a:r>
              <a:rPr lang="en-US" dirty="0"/>
              <a:t> and </a:t>
            </a:r>
            <a:r>
              <a:rPr lang="en-US" b="1" dirty="0"/>
              <a:t>Atom</a:t>
            </a:r>
            <a:r>
              <a:rPr lang="en-US" dirty="0"/>
              <a:t> are common XML microformats used for providing data feeds of news, blogs, forums, and other information on the web</a:t>
            </a:r>
          </a:p>
          <a:p>
            <a:r>
              <a:rPr lang="en-US" dirty="0"/>
              <a:t>Both are simple to construct</a:t>
            </a:r>
          </a:p>
          <a:p>
            <a:r>
              <a:rPr lang="en-US" dirty="0"/>
              <a:t>RSS (~1995)</a:t>
            </a:r>
          </a:p>
          <a:p>
            <a:pPr lvl="1"/>
            <a:r>
              <a:rPr lang="en-US" dirty="0"/>
              <a:t>older, more ubiquitous, version 2.0 is most common</a:t>
            </a:r>
          </a:p>
          <a:p>
            <a:r>
              <a:rPr lang="en-US" dirty="0"/>
              <a:t>Atom</a:t>
            </a:r>
          </a:p>
          <a:p>
            <a:pPr lvl="1"/>
            <a:r>
              <a:rPr lang="en-US" dirty="0"/>
              <a:t>newer, more modular and extensible, at version 1.0</a:t>
            </a:r>
          </a:p>
          <a:p>
            <a:pPr lvl="1"/>
            <a:r>
              <a:rPr lang="en-US" dirty="0"/>
              <a:t>written to address perceived weaknesses of RSS </a:t>
            </a:r>
            <a:r>
              <a:rPr lang="en-US" sz="1600" dirty="0"/>
              <a:t>(not the least of which was that RSS is a frozen standard ...even though </a:t>
            </a:r>
            <a:r>
              <a:rPr lang="en-US" sz="1600" dirty="0" err="1"/>
              <a:t>namespaced</a:t>
            </a:r>
            <a:r>
              <a:rPr lang="en-US" sz="1600" dirty="0"/>
              <a:t> elements are fine to use)</a:t>
            </a:r>
            <a:endParaRPr lang="en-US" dirty="0"/>
          </a:p>
          <a:p>
            <a:endParaRPr lang="en-US" dirty="0"/>
          </a:p>
        </p:txBody>
      </p:sp>
      <p:sp>
        <p:nvSpPr>
          <p:cNvPr id="4" name="Date Placeholder 3"/>
          <p:cNvSpPr>
            <a:spLocks noGrp="1"/>
          </p:cNvSpPr>
          <p:nvPr>
            <p:ph type="dt" sz="half" idx="10"/>
          </p:nvPr>
        </p:nvSpPr>
        <p:spPr/>
        <p:txBody>
          <a:bodyPr/>
          <a:lstStyle/>
          <a:p>
            <a:r>
              <a:rPr lang="en-US"/>
              <a:t>rev 24/9/23</a:t>
            </a:r>
          </a:p>
        </p:txBody>
      </p:sp>
      <p:sp>
        <p:nvSpPr>
          <p:cNvPr id="5" name="Footer Placeholder 4"/>
          <p:cNvSpPr>
            <a:spLocks noGrp="1"/>
          </p:cNvSpPr>
          <p:nvPr>
            <p:ph type="ftr" sz="quarter" idx="11"/>
          </p:nvPr>
        </p:nvSpPr>
        <p:spPr/>
        <p:txBody>
          <a:bodyPr/>
          <a:lstStyle/>
          <a:p>
            <a:r>
              <a:rPr lang="en-US"/>
              <a:t>Intro ITWS</a:t>
            </a:r>
          </a:p>
        </p:txBody>
      </p:sp>
      <p:sp>
        <p:nvSpPr>
          <p:cNvPr id="6" name="Slide Number Placeholder 5"/>
          <p:cNvSpPr>
            <a:spLocks noGrp="1"/>
          </p:cNvSpPr>
          <p:nvPr>
            <p:ph type="sldNum" sz="quarter" idx="12"/>
          </p:nvPr>
        </p:nvSpPr>
        <p:spPr/>
        <p:txBody>
          <a:bodyPr/>
          <a:lstStyle/>
          <a:p>
            <a:fld id="{3FB4D746-536C-5F43-9CDA-58AA2D13BEE1}" type="slidenum">
              <a:rPr lang="en-US" smtClean="0"/>
              <a:t>23</a:t>
            </a:fld>
            <a:endParaRPr lang="en-US"/>
          </a:p>
        </p:txBody>
      </p:sp>
    </p:spTree>
    <p:extLst>
      <p:ext uri="{BB962C8B-B14F-4D97-AF65-F5344CB8AC3E}">
        <p14:creationId xmlns:p14="http://schemas.microsoft.com/office/powerpoint/2010/main" val="7240556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Example (revisited)</a:t>
            </a:r>
          </a:p>
        </p:txBody>
      </p:sp>
      <p:sp>
        <p:nvSpPr>
          <p:cNvPr id="6" name="Content Placeholder 5"/>
          <p:cNvSpPr>
            <a:spLocks noGrp="1"/>
          </p:cNvSpPr>
          <p:nvPr>
            <p:ph idx="1"/>
          </p:nvPr>
        </p:nvSpPr>
        <p:spPr/>
        <p:txBody>
          <a:bodyPr/>
          <a:lstStyle/>
          <a:p>
            <a:r>
              <a:rPr lang="en-US" dirty="0"/>
              <a:t>http://events.rpi.edu/</a:t>
            </a:r>
          </a:p>
        </p:txBody>
      </p:sp>
      <p:sp>
        <p:nvSpPr>
          <p:cNvPr id="2" name="Date Placeholder 1"/>
          <p:cNvSpPr>
            <a:spLocks noGrp="1"/>
          </p:cNvSpPr>
          <p:nvPr>
            <p:ph type="dt" sz="half" idx="10"/>
          </p:nvPr>
        </p:nvSpPr>
        <p:spPr/>
        <p:txBody>
          <a:bodyPr/>
          <a:lstStyle/>
          <a:p>
            <a:r>
              <a:rPr lang="en-US"/>
              <a:t>rev 24/9/23</a:t>
            </a:r>
          </a:p>
        </p:txBody>
      </p:sp>
      <p:sp>
        <p:nvSpPr>
          <p:cNvPr id="3" name="Footer Placeholder 2"/>
          <p:cNvSpPr>
            <a:spLocks noGrp="1"/>
          </p:cNvSpPr>
          <p:nvPr>
            <p:ph type="ftr" sz="quarter" idx="11"/>
          </p:nvPr>
        </p:nvSpPr>
        <p:spPr/>
        <p:txBody>
          <a:bodyPr/>
          <a:lstStyle/>
          <a:p>
            <a:r>
              <a:rPr lang="en-US"/>
              <a:t>Intro ITWS</a:t>
            </a:r>
          </a:p>
        </p:txBody>
      </p:sp>
      <p:sp>
        <p:nvSpPr>
          <p:cNvPr id="4" name="Slide Number Placeholder 3"/>
          <p:cNvSpPr>
            <a:spLocks noGrp="1"/>
          </p:cNvSpPr>
          <p:nvPr>
            <p:ph type="sldNum" sz="quarter" idx="12"/>
          </p:nvPr>
        </p:nvSpPr>
        <p:spPr/>
        <p:txBody>
          <a:bodyPr/>
          <a:lstStyle/>
          <a:p>
            <a:fld id="{3FB4D746-536C-5F43-9CDA-58AA2D13BEE1}" type="slidenum">
              <a:rPr lang="en-US" smtClean="0"/>
              <a:t>24</a:t>
            </a:fld>
            <a:endParaRPr lang="en-US"/>
          </a:p>
        </p:txBody>
      </p:sp>
      <p:pic>
        <p:nvPicPr>
          <p:cNvPr id="8" name="Picture 7">
            <a:extLst>
              <a:ext uri="{FF2B5EF4-FFF2-40B4-BE49-F238E27FC236}">
                <a16:creationId xmlns:a16="http://schemas.microsoft.com/office/drawing/2014/main" id="{087CA538-84D2-3A51-86BF-044CD059DE73}"/>
              </a:ext>
            </a:extLst>
          </p:cNvPr>
          <p:cNvPicPr>
            <a:picLocks noChangeAspect="1"/>
          </p:cNvPicPr>
          <p:nvPr/>
        </p:nvPicPr>
        <p:blipFill>
          <a:blip r:embed="rId2"/>
          <a:stretch>
            <a:fillRect/>
          </a:stretch>
        </p:blipFill>
        <p:spPr>
          <a:xfrm>
            <a:off x="3184821" y="2109418"/>
            <a:ext cx="5816600" cy="4246933"/>
          </a:xfrm>
          <a:prstGeom prst="rect">
            <a:avLst/>
          </a:prstGeom>
        </p:spPr>
      </p:pic>
    </p:spTree>
    <p:extLst>
      <p:ext uri="{BB962C8B-B14F-4D97-AF65-F5344CB8AC3E}">
        <p14:creationId xmlns:p14="http://schemas.microsoft.com/office/powerpoint/2010/main" val="6722925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072641" y="108013"/>
            <a:ext cx="8042400" cy="864445"/>
          </a:xfrm>
        </p:spPr>
        <p:txBody>
          <a:bodyPr/>
          <a:lstStyle/>
          <a:p>
            <a:r>
              <a:rPr lang="en-US" dirty="0"/>
              <a:t>Example </a:t>
            </a:r>
            <a:r>
              <a:rPr lang="en-US"/>
              <a:t>(revisited)</a:t>
            </a:r>
            <a:endParaRPr lang="en-US" dirty="0"/>
          </a:p>
        </p:txBody>
      </p:sp>
      <p:sp>
        <p:nvSpPr>
          <p:cNvPr id="6" name="Content Placeholder 5"/>
          <p:cNvSpPr>
            <a:spLocks noGrp="1"/>
          </p:cNvSpPr>
          <p:nvPr>
            <p:ph idx="1"/>
          </p:nvPr>
        </p:nvSpPr>
        <p:spPr>
          <a:xfrm>
            <a:off x="2072641" y="1178880"/>
            <a:ext cx="8042400" cy="4343496"/>
          </a:xfrm>
        </p:spPr>
        <p:txBody>
          <a:bodyPr/>
          <a:lstStyle/>
          <a:p>
            <a:r>
              <a:rPr lang="en-US" sz="1400" dirty="0">
                <a:hlinkClick r:id="rId3"/>
              </a:rPr>
              <a:t>https://events.rpi.edu/feeder/main/eventsFeed.do?f=y&amp;sort=dtstart.utc:asc&amp;fexpr=(categories.href!=%22/public/.bedework/categories/Ongoing%22)%20and%20(entity_type=%22event%22%20or%20entity_type=%22todo%22)&amp;skinName=list-rss&amp;count=10</a:t>
            </a:r>
            <a:endParaRPr lang="en-US" sz="1400" dirty="0"/>
          </a:p>
          <a:p>
            <a:endParaRPr lang="en-US" sz="1400" dirty="0"/>
          </a:p>
        </p:txBody>
      </p:sp>
      <p:sp>
        <p:nvSpPr>
          <p:cNvPr id="2" name="Date Placeholder 1"/>
          <p:cNvSpPr>
            <a:spLocks noGrp="1"/>
          </p:cNvSpPr>
          <p:nvPr>
            <p:ph type="dt" sz="half" idx="10"/>
          </p:nvPr>
        </p:nvSpPr>
        <p:spPr/>
        <p:txBody>
          <a:bodyPr/>
          <a:lstStyle/>
          <a:p>
            <a:r>
              <a:rPr lang="en-US"/>
              <a:t>rev 24/9/23</a:t>
            </a:r>
            <a:endParaRPr lang="en-US" dirty="0"/>
          </a:p>
        </p:txBody>
      </p:sp>
      <p:sp>
        <p:nvSpPr>
          <p:cNvPr id="3" name="Footer Placeholder 2"/>
          <p:cNvSpPr>
            <a:spLocks noGrp="1"/>
          </p:cNvSpPr>
          <p:nvPr>
            <p:ph type="ftr" sz="quarter" idx="11"/>
          </p:nvPr>
        </p:nvSpPr>
        <p:spPr/>
        <p:txBody>
          <a:bodyPr/>
          <a:lstStyle/>
          <a:p>
            <a:r>
              <a:rPr lang="en-US"/>
              <a:t>Intro ITWS</a:t>
            </a:r>
          </a:p>
        </p:txBody>
      </p:sp>
      <p:sp>
        <p:nvSpPr>
          <p:cNvPr id="4" name="Slide Number Placeholder 3"/>
          <p:cNvSpPr>
            <a:spLocks noGrp="1"/>
          </p:cNvSpPr>
          <p:nvPr>
            <p:ph type="sldNum" sz="quarter" idx="12"/>
          </p:nvPr>
        </p:nvSpPr>
        <p:spPr/>
        <p:txBody>
          <a:bodyPr/>
          <a:lstStyle/>
          <a:p>
            <a:fld id="{3FB4D746-536C-5F43-9CDA-58AA2D13BEE1}" type="slidenum">
              <a:rPr lang="en-US" smtClean="0"/>
              <a:t>25</a:t>
            </a:fld>
            <a:endParaRPr lang="en-US"/>
          </a:p>
        </p:txBody>
      </p:sp>
      <p:pic>
        <p:nvPicPr>
          <p:cNvPr id="7" name="Picture 6">
            <a:extLst>
              <a:ext uri="{FF2B5EF4-FFF2-40B4-BE49-F238E27FC236}">
                <a16:creationId xmlns:a16="http://schemas.microsoft.com/office/drawing/2014/main" id="{27439953-F98D-4243-C235-2CB9D0D8727A}"/>
              </a:ext>
            </a:extLst>
          </p:cNvPr>
          <p:cNvPicPr>
            <a:picLocks noChangeAspect="1"/>
          </p:cNvPicPr>
          <p:nvPr/>
        </p:nvPicPr>
        <p:blipFill>
          <a:blip r:embed="rId4"/>
          <a:stretch>
            <a:fillRect/>
          </a:stretch>
        </p:blipFill>
        <p:spPr>
          <a:xfrm>
            <a:off x="2031999" y="2064543"/>
            <a:ext cx="8467075" cy="3991756"/>
          </a:xfrm>
          <a:prstGeom prst="rect">
            <a:avLst/>
          </a:prstGeom>
        </p:spPr>
      </p:pic>
    </p:spTree>
    <p:extLst>
      <p:ext uri="{BB962C8B-B14F-4D97-AF65-F5344CB8AC3E}">
        <p14:creationId xmlns:p14="http://schemas.microsoft.com/office/powerpoint/2010/main" val="16306405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1" y="108012"/>
            <a:ext cx="10723200" cy="828422"/>
          </a:xfrm>
        </p:spPr>
        <p:txBody>
          <a:bodyPr/>
          <a:lstStyle/>
          <a:p>
            <a:r>
              <a:rPr lang="en-US" sz="4000" dirty="0"/>
              <a:t>Example RSS: New York Times</a:t>
            </a:r>
          </a:p>
        </p:txBody>
      </p:sp>
      <p:sp>
        <p:nvSpPr>
          <p:cNvPr id="3" name="Date Placeholder 2"/>
          <p:cNvSpPr>
            <a:spLocks noGrp="1"/>
          </p:cNvSpPr>
          <p:nvPr>
            <p:ph type="dt" sz="half" idx="10"/>
          </p:nvPr>
        </p:nvSpPr>
        <p:spPr/>
        <p:txBody>
          <a:bodyPr/>
          <a:lstStyle/>
          <a:p>
            <a:r>
              <a:rPr lang="en-US"/>
              <a:t>rev 24/9/23</a:t>
            </a:r>
          </a:p>
        </p:txBody>
      </p:sp>
      <p:sp>
        <p:nvSpPr>
          <p:cNvPr id="4" name="Footer Placeholder 3"/>
          <p:cNvSpPr>
            <a:spLocks noGrp="1"/>
          </p:cNvSpPr>
          <p:nvPr>
            <p:ph type="ftr" sz="quarter" idx="11"/>
          </p:nvPr>
        </p:nvSpPr>
        <p:spPr/>
        <p:txBody>
          <a:bodyPr/>
          <a:lstStyle/>
          <a:p>
            <a:r>
              <a:rPr lang="en-US"/>
              <a:t>Intro ITWS</a:t>
            </a:r>
          </a:p>
        </p:txBody>
      </p:sp>
      <p:sp>
        <p:nvSpPr>
          <p:cNvPr id="5" name="Slide Number Placeholder 4"/>
          <p:cNvSpPr>
            <a:spLocks noGrp="1"/>
          </p:cNvSpPr>
          <p:nvPr>
            <p:ph type="sldNum" sz="quarter" idx="12"/>
          </p:nvPr>
        </p:nvSpPr>
        <p:spPr/>
        <p:txBody>
          <a:bodyPr/>
          <a:lstStyle/>
          <a:p>
            <a:fld id="{3FB4D746-536C-5F43-9CDA-58AA2D13BEE1}" type="slidenum">
              <a:rPr lang="en-US" smtClean="0"/>
              <a:t>26</a:t>
            </a:fld>
            <a:endParaRPr lang="en-US"/>
          </a:p>
        </p:txBody>
      </p:sp>
      <p:pic>
        <p:nvPicPr>
          <p:cNvPr id="6" name="Picture 5">
            <a:hlinkClick r:id="rId3"/>
            <a:extLst>
              <a:ext uri="{FF2B5EF4-FFF2-40B4-BE49-F238E27FC236}">
                <a16:creationId xmlns:a16="http://schemas.microsoft.com/office/drawing/2014/main" id="{EC08F683-E070-A792-E7B1-AD4E45A0CDB3}"/>
              </a:ext>
            </a:extLst>
          </p:cNvPr>
          <p:cNvPicPr>
            <a:picLocks noChangeAspect="1"/>
          </p:cNvPicPr>
          <p:nvPr/>
        </p:nvPicPr>
        <p:blipFill>
          <a:blip r:embed="rId4"/>
          <a:stretch>
            <a:fillRect/>
          </a:stretch>
        </p:blipFill>
        <p:spPr>
          <a:xfrm>
            <a:off x="3057306" y="936434"/>
            <a:ext cx="6071629" cy="5545369"/>
          </a:xfrm>
          <a:prstGeom prst="rect">
            <a:avLst/>
          </a:prstGeom>
        </p:spPr>
      </p:pic>
    </p:spTree>
    <p:extLst>
      <p:ext uri="{BB962C8B-B14F-4D97-AF65-F5344CB8AC3E}">
        <p14:creationId xmlns:p14="http://schemas.microsoft.com/office/powerpoint/2010/main" val="42449185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Example RSS: New York Times</a:t>
            </a:r>
          </a:p>
        </p:txBody>
      </p:sp>
      <p:sp>
        <p:nvSpPr>
          <p:cNvPr id="3" name="Date Placeholder 2"/>
          <p:cNvSpPr>
            <a:spLocks noGrp="1"/>
          </p:cNvSpPr>
          <p:nvPr>
            <p:ph type="dt" sz="half" idx="10"/>
          </p:nvPr>
        </p:nvSpPr>
        <p:spPr/>
        <p:txBody>
          <a:bodyPr/>
          <a:lstStyle/>
          <a:p>
            <a:r>
              <a:rPr lang="en-US"/>
              <a:t>rev 24/9/23</a:t>
            </a:r>
          </a:p>
        </p:txBody>
      </p:sp>
      <p:sp>
        <p:nvSpPr>
          <p:cNvPr id="4" name="Footer Placeholder 3"/>
          <p:cNvSpPr>
            <a:spLocks noGrp="1"/>
          </p:cNvSpPr>
          <p:nvPr>
            <p:ph type="ftr" sz="quarter" idx="11"/>
          </p:nvPr>
        </p:nvSpPr>
        <p:spPr/>
        <p:txBody>
          <a:bodyPr/>
          <a:lstStyle/>
          <a:p>
            <a:r>
              <a:rPr lang="en-US"/>
              <a:t>Intro ITWS</a:t>
            </a:r>
          </a:p>
        </p:txBody>
      </p:sp>
      <p:sp>
        <p:nvSpPr>
          <p:cNvPr id="5" name="Slide Number Placeholder 4"/>
          <p:cNvSpPr>
            <a:spLocks noGrp="1"/>
          </p:cNvSpPr>
          <p:nvPr>
            <p:ph type="sldNum" sz="quarter" idx="12"/>
          </p:nvPr>
        </p:nvSpPr>
        <p:spPr/>
        <p:txBody>
          <a:bodyPr/>
          <a:lstStyle/>
          <a:p>
            <a:fld id="{3FB4D746-536C-5F43-9CDA-58AA2D13BEE1}" type="slidenum">
              <a:rPr lang="en-US" smtClean="0"/>
              <a:t>27</a:t>
            </a:fld>
            <a:endParaRPr lang="en-US"/>
          </a:p>
        </p:txBody>
      </p:sp>
      <p:pic>
        <p:nvPicPr>
          <p:cNvPr id="6" name="Picture 5">
            <a:hlinkClick r:id="rId3"/>
            <a:extLst>
              <a:ext uri="{FF2B5EF4-FFF2-40B4-BE49-F238E27FC236}">
                <a16:creationId xmlns:a16="http://schemas.microsoft.com/office/drawing/2014/main" id="{79BFB4D1-B9E2-C783-DA97-E28724E6679C}"/>
              </a:ext>
            </a:extLst>
          </p:cNvPr>
          <p:cNvPicPr>
            <a:picLocks noChangeAspect="1"/>
          </p:cNvPicPr>
          <p:nvPr/>
        </p:nvPicPr>
        <p:blipFill>
          <a:blip r:embed="rId4"/>
          <a:stretch>
            <a:fillRect/>
          </a:stretch>
        </p:blipFill>
        <p:spPr>
          <a:xfrm>
            <a:off x="1106674" y="1796661"/>
            <a:ext cx="9729965" cy="4124454"/>
          </a:xfrm>
          <a:prstGeom prst="rect">
            <a:avLst/>
          </a:prstGeom>
        </p:spPr>
      </p:pic>
    </p:spTree>
    <p:extLst>
      <p:ext uri="{BB962C8B-B14F-4D97-AF65-F5344CB8AC3E}">
        <p14:creationId xmlns:p14="http://schemas.microsoft.com/office/powerpoint/2010/main" val="16948005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RSS and Atom</a:t>
            </a:r>
          </a:p>
        </p:txBody>
      </p:sp>
      <p:sp>
        <p:nvSpPr>
          <p:cNvPr id="3" name="Content Placeholder 2"/>
          <p:cNvSpPr>
            <a:spLocks noGrp="1"/>
          </p:cNvSpPr>
          <p:nvPr>
            <p:ph idx="1"/>
          </p:nvPr>
        </p:nvSpPr>
        <p:spPr/>
        <p:txBody>
          <a:bodyPr/>
          <a:lstStyle/>
          <a:p>
            <a:r>
              <a:rPr lang="en-US" dirty="0">
                <a:hlinkClick r:id="rId2"/>
              </a:rPr>
              <a:t>RSS</a:t>
            </a:r>
            <a:r>
              <a:rPr lang="en-US" dirty="0"/>
              <a:t> </a:t>
            </a:r>
            <a:br>
              <a:rPr lang="en-US" dirty="0"/>
            </a:br>
            <a:r>
              <a:rPr lang="en-US" dirty="0"/>
              <a:t> </a:t>
            </a:r>
            <a:r>
              <a:rPr lang="en-US" dirty="0">
                <a:hlinkClick r:id="rId3"/>
              </a:rPr>
              <a:t>http://www.w3schools.com/xml/xml_rss.asp</a:t>
            </a:r>
            <a:r>
              <a:rPr lang="en-US" dirty="0"/>
              <a:t> </a:t>
            </a:r>
            <a:br>
              <a:rPr lang="en-US" sz="2000" dirty="0"/>
            </a:br>
            <a:endParaRPr lang="en-US" dirty="0"/>
          </a:p>
          <a:p>
            <a:r>
              <a:rPr lang="en-US" dirty="0"/>
              <a:t>Atom</a:t>
            </a:r>
            <a:br>
              <a:rPr lang="en-US" dirty="0"/>
            </a:br>
            <a:r>
              <a:rPr lang="en-US" sz="2000" dirty="0">
                <a:hlinkClick r:id="rId4"/>
              </a:rPr>
              <a:t>http://www.atomenabled.org/developers/syndication/</a:t>
            </a:r>
            <a:r>
              <a:rPr lang="en-US" sz="2000" dirty="0"/>
              <a:t> </a:t>
            </a:r>
            <a:br>
              <a:rPr lang="en-US" sz="2000" dirty="0"/>
            </a:br>
            <a:endParaRPr lang="en-US" dirty="0"/>
          </a:p>
          <a:p>
            <a:r>
              <a:rPr lang="en-US" dirty="0"/>
              <a:t>View feeds in a reader:</a:t>
            </a:r>
          </a:p>
          <a:p>
            <a:pPr lvl="1"/>
            <a:r>
              <a:rPr lang="en-US" sz="1600" dirty="0"/>
              <a:t>Browsers (all modern browsers can handle RSS/Atom feeds)</a:t>
            </a:r>
          </a:p>
          <a:p>
            <a:pPr lvl="1"/>
            <a:r>
              <a:rPr lang="en-US" sz="1600" dirty="0"/>
              <a:t>Use an online aggregator/reader (e.g. Google reader, Facebook, Yahoo, etc.)</a:t>
            </a:r>
          </a:p>
          <a:p>
            <a:pPr lvl="1"/>
            <a:r>
              <a:rPr lang="en-US" sz="1600" dirty="0"/>
              <a:t>Use a desktop mail client (most have readers, e.g. Outlook, Thunderbird, etc.)</a:t>
            </a:r>
          </a:p>
          <a:p>
            <a:pPr lvl="1"/>
            <a:r>
              <a:rPr lang="en-US" sz="1600" dirty="0"/>
              <a:t>Download a feed reader for your platform (there are many)</a:t>
            </a:r>
            <a:endParaRPr lang="en-US" dirty="0"/>
          </a:p>
        </p:txBody>
      </p:sp>
      <p:sp>
        <p:nvSpPr>
          <p:cNvPr id="4" name="Date Placeholder 3"/>
          <p:cNvSpPr>
            <a:spLocks noGrp="1"/>
          </p:cNvSpPr>
          <p:nvPr>
            <p:ph type="dt" sz="half" idx="10"/>
          </p:nvPr>
        </p:nvSpPr>
        <p:spPr/>
        <p:txBody>
          <a:bodyPr/>
          <a:lstStyle/>
          <a:p>
            <a:r>
              <a:rPr lang="en-US"/>
              <a:t>rev 24/9/23</a:t>
            </a:r>
          </a:p>
        </p:txBody>
      </p:sp>
      <p:sp>
        <p:nvSpPr>
          <p:cNvPr id="5" name="Footer Placeholder 4"/>
          <p:cNvSpPr>
            <a:spLocks noGrp="1"/>
          </p:cNvSpPr>
          <p:nvPr>
            <p:ph type="ftr" sz="quarter" idx="11"/>
          </p:nvPr>
        </p:nvSpPr>
        <p:spPr/>
        <p:txBody>
          <a:bodyPr/>
          <a:lstStyle/>
          <a:p>
            <a:r>
              <a:rPr lang="en-US"/>
              <a:t>Intro ITWS</a:t>
            </a:r>
          </a:p>
        </p:txBody>
      </p:sp>
      <p:sp>
        <p:nvSpPr>
          <p:cNvPr id="6" name="Slide Number Placeholder 5"/>
          <p:cNvSpPr>
            <a:spLocks noGrp="1"/>
          </p:cNvSpPr>
          <p:nvPr>
            <p:ph type="sldNum" sz="quarter" idx="12"/>
          </p:nvPr>
        </p:nvSpPr>
        <p:spPr/>
        <p:txBody>
          <a:bodyPr/>
          <a:lstStyle/>
          <a:p>
            <a:fld id="{3FB4D746-536C-5F43-9CDA-58AA2D13BEE1}" type="slidenum">
              <a:rPr lang="en-US" smtClean="0"/>
              <a:t>28</a:t>
            </a:fld>
            <a:endParaRPr lang="en-US"/>
          </a:p>
        </p:txBody>
      </p:sp>
    </p:spTree>
    <p:extLst>
      <p:ext uri="{BB962C8B-B14F-4D97-AF65-F5344CB8AC3E}">
        <p14:creationId xmlns:p14="http://schemas.microsoft.com/office/powerpoint/2010/main" val="20727814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Lab 4: XML </a:t>
            </a:r>
            <a:r>
              <a:rPr lang="en-US" sz="1800" dirty="0"/>
              <a:t>(take home)</a:t>
            </a:r>
            <a:endParaRPr lang="en-US" dirty="0"/>
          </a:p>
        </p:txBody>
      </p:sp>
      <p:sp>
        <p:nvSpPr>
          <p:cNvPr id="3" name="Content Placeholder 2"/>
          <p:cNvSpPr>
            <a:spLocks noGrp="1"/>
          </p:cNvSpPr>
          <p:nvPr>
            <p:ph idx="1"/>
          </p:nvPr>
        </p:nvSpPr>
        <p:spPr>
          <a:xfrm>
            <a:off x="2072641" y="1509855"/>
            <a:ext cx="8420698" cy="4343496"/>
          </a:xfrm>
        </p:spPr>
        <p:txBody>
          <a:bodyPr/>
          <a:lstStyle/>
          <a:p>
            <a:r>
              <a:rPr lang="en-US" sz="1800" dirty="0"/>
              <a:t>Create two XML files, one RSS 2.0 and one ATOM 1.0</a:t>
            </a:r>
          </a:p>
          <a:p>
            <a:r>
              <a:rPr lang="en-US" sz="1800" dirty="0"/>
              <a:t>Guidelines:</a:t>
            </a:r>
          </a:p>
          <a:p>
            <a:pPr lvl="1"/>
            <a:r>
              <a:rPr lang="en-US" sz="1800" dirty="0"/>
              <a:t>Create five items/entries, each linking to a news or blog posting, or any web content you find interesting (</a:t>
            </a:r>
            <a:r>
              <a:rPr lang="en-US" sz="1800"/>
              <a:t>from 5 </a:t>
            </a:r>
            <a:r>
              <a:rPr lang="en-US" sz="1800" dirty="0"/>
              <a:t>different web sites).</a:t>
            </a:r>
          </a:p>
          <a:p>
            <a:pPr lvl="1"/>
            <a:r>
              <a:rPr lang="en-US" sz="1800" dirty="0"/>
              <a:t>You may use the same items in both feeds.</a:t>
            </a:r>
          </a:p>
          <a:p>
            <a:pPr lvl="1"/>
            <a:r>
              <a:rPr lang="en-US" sz="1800" dirty="0"/>
              <a:t>The feeds </a:t>
            </a:r>
            <a:r>
              <a:rPr lang="en-US" sz="1800" b="1" dirty="0"/>
              <a:t>must</a:t>
            </a:r>
            <a:r>
              <a:rPr lang="en-US" sz="1800" dirty="0"/>
              <a:t> </a:t>
            </a:r>
            <a:r>
              <a:rPr lang="en-US" sz="1800" b="1" dirty="0"/>
              <a:t>validate</a:t>
            </a:r>
            <a:r>
              <a:rPr lang="en-US" sz="1800" dirty="0"/>
              <a:t>.</a:t>
            </a:r>
            <a:br>
              <a:rPr lang="en-US" sz="1800" dirty="0"/>
            </a:br>
            <a:r>
              <a:rPr lang="en-US" sz="1800" dirty="0">
                <a:hlinkClick r:id="rId3"/>
              </a:rPr>
              <a:t>http://validator.w3.org/feed/#validate_by_input</a:t>
            </a:r>
            <a:r>
              <a:rPr lang="en-US" sz="1800" dirty="0"/>
              <a:t> </a:t>
            </a:r>
          </a:p>
          <a:p>
            <a:pPr lvl="1"/>
            <a:r>
              <a:rPr lang="en-US" sz="1800" dirty="0"/>
              <a:t>Post the files onto your projects page of your Class (lab4) website according to your IA plan. (e.g. a lab 4 page with instructions, and 2 solution links)</a:t>
            </a:r>
          </a:p>
          <a:p>
            <a:pPr lvl="1"/>
            <a:r>
              <a:rPr lang="en-US" sz="1800" dirty="0"/>
              <a:t>Post a </a:t>
            </a:r>
            <a:r>
              <a:rPr lang="en-US" sz="1800" b="1" dirty="0"/>
              <a:t>working</a:t>
            </a:r>
            <a:r>
              <a:rPr lang="en-US" sz="1800" dirty="0"/>
              <a:t> link to your project page in the lab </a:t>
            </a:r>
            <a:r>
              <a:rPr lang="en-US" sz="1800" dirty="0" err="1"/>
              <a:t>README.md</a:t>
            </a:r>
            <a:r>
              <a:rPr lang="en-US" sz="1800" dirty="0"/>
              <a:t> file.</a:t>
            </a:r>
          </a:p>
          <a:p>
            <a:pPr lvl="1"/>
            <a:r>
              <a:rPr lang="en-US" sz="1800" dirty="0"/>
              <a:t>Zip your repos and upload them to LMS, named </a:t>
            </a:r>
            <a:r>
              <a:rPr lang="en-US" sz="1600" i="1" dirty="0"/>
              <a:t>yourRCSID</a:t>
            </a:r>
            <a:r>
              <a:rPr lang="en-US" sz="1600" dirty="0"/>
              <a:t>-Lab4.zip</a:t>
            </a:r>
          </a:p>
        </p:txBody>
      </p:sp>
      <p:sp>
        <p:nvSpPr>
          <p:cNvPr id="4" name="Date Placeholder 3"/>
          <p:cNvSpPr>
            <a:spLocks noGrp="1"/>
          </p:cNvSpPr>
          <p:nvPr>
            <p:ph type="dt" sz="half" idx="10"/>
          </p:nvPr>
        </p:nvSpPr>
        <p:spPr/>
        <p:txBody>
          <a:bodyPr/>
          <a:lstStyle/>
          <a:p>
            <a:r>
              <a:rPr lang="en-US"/>
              <a:t>rev 24/9/23</a:t>
            </a:r>
            <a:endParaRPr lang="en-US" dirty="0"/>
          </a:p>
        </p:txBody>
      </p:sp>
      <p:sp>
        <p:nvSpPr>
          <p:cNvPr id="5" name="Footer Placeholder 4"/>
          <p:cNvSpPr>
            <a:spLocks noGrp="1"/>
          </p:cNvSpPr>
          <p:nvPr>
            <p:ph type="ftr" sz="quarter" idx="11"/>
          </p:nvPr>
        </p:nvSpPr>
        <p:spPr/>
        <p:txBody>
          <a:bodyPr/>
          <a:lstStyle/>
          <a:p>
            <a:r>
              <a:rPr lang="en-US"/>
              <a:t>Intro ITWS</a:t>
            </a:r>
          </a:p>
        </p:txBody>
      </p:sp>
      <p:sp>
        <p:nvSpPr>
          <p:cNvPr id="6" name="Slide Number Placeholder 5"/>
          <p:cNvSpPr>
            <a:spLocks noGrp="1"/>
          </p:cNvSpPr>
          <p:nvPr>
            <p:ph type="sldNum" sz="quarter" idx="12"/>
          </p:nvPr>
        </p:nvSpPr>
        <p:spPr/>
        <p:txBody>
          <a:bodyPr/>
          <a:lstStyle/>
          <a:p>
            <a:fld id="{3FB4D746-536C-5F43-9CDA-58AA2D13BEE1}" type="slidenum">
              <a:rPr lang="en-US" smtClean="0"/>
              <a:t>29</a:t>
            </a:fld>
            <a:endParaRPr lang="en-US"/>
          </a:p>
        </p:txBody>
      </p:sp>
    </p:spTree>
    <p:extLst>
      <p:ext uri="{BB962C8B-B14F-4D97-AF65-F5344CB8AC3E}">
        <p14:creationId xmlns:p14="http://schemas.microsoft.com/office/powerpoint/2010/main" val="7590917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roIT-Theme">
  <a:themeElements>
    <a:clrScheme name="Breeze">
      <a:dk1>
        <a:sysClr val="windowText" lastClr="000000"/>
      </a:dk1>
      <a:lt1>
        <a:sysClr val="window" lastClr="FFFFFF"/>
      </a:lt1>
      <a:dk2>
        <a:srgbClr val="09213B"/>
      </a:dk2>
      <a:lt2>
        <a:srgbClr val="D5EDF4"/>
      </a:lt2>
      <a:accent1>
        <a:srgbClr val="2C7C9F"/>
      </a:accent1>
      <a:accent2>
        <a:srgbClr val="244A58"/>
      </a:accent2>
      <a:accent3>
        <a:srgbClr val="E2751D"/>
      </a:accent3>
      <a:accent4>
        <a:srgbClr val="FFB400"/>
      </a:accent4>
      <a:accent5>
        <a:srgbClr val="7EB606"/>
      </a:accent5>
      <a:accent6>
        <a:srgbClr val="C00000"/>
      </a:accent6>
      <a:hlink>
        <a:srgbClr val="7030A0"/>
      </a:hlink>
      <a:folHlink>
        <a:srgbClr val="00B0F0"/>
      </a:folHlink>
    </a:clrScheme>
    <a:fontScheme name="Breeze">
      <a:majorFont>
        <a:latin typeface="News Gothic MT"/>
        <a:ea typeface=""/>
        <a:cs typeface=""/>
        <a:font script="Jpan" typeface="ＭＳ Ｐゴシック"/>
      </a:majorFont>
      <a:minorFont>
        <a:latin typeface="News Gothic MT"/>
        <a:ea typeface=""/>
        <a:cs typeface=""/>
        <a:font script="Jpan" typeface="ＭＳ Ｐゴシック"/>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34925" cmpd="sng"/>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IntroIT-Theme</Template>
  <TotalTime>10080</TotalTime>
  <Words>2792</Words>
  <Application>Microsoft Macintosh PowerPoint</Application>
  <PresentationFormat>Widescreen</PresentationFormat>
  <Paragraphs>307</Paragraphs>
  <Slides>29</Slides>
  <Notes>8</Notes>
  <HiddenSlides>3</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Arial</vt:lpstr>
      <vt:lpstr>Calibri</vt:lpstr>
      <vt:lpstr>Consolas</vt:lpstr>
      <vt:lpstr>Courier New</vt:lpstr>
      <vt:lpstr>Kozuka Gothic Pro M</vt:lpstr>
      <vt:lpstr>Menlo</vt:lpstr>
      <vt:lpstr>News Gothic MT</vt:lpstr>
      <vt:lpstr>Times New Roman</vt:lpstr>
      <vt:lpstr>Wingdings</vt:lpstr>
      <vt:lpstr>Wingdings 2</vt:lpstr>
      <vt:lpstr>IntroIT-Theme</vt:lpstr>
      <vt:lpstr>XML</vt:lpstr>
      <vt:lpstr>XML</vt:lpstr>
      <vt:lpstr>XML Example</vt:lpstr>
      <vt:lpstr>XHTML is XML</vt:lpstr>
      <vt:lpstr>XML Syntax 1 of 4</vt:lpstr>
      <vt:lpstr>XML Syntax 2 of 4</vt:lpstr>
      <vt:lpstr>XML Syntax 3 of 4</vt:lpstr>
      <vt:lpstr>XML Syntax 4 of 4</vt:lpstr>
      <vt:lpstr>XML in Practical Use</vt:lpstr>
      <vt:lpstr>Example</vt:lpstr>
      <vt:lpstr>Example - HTML</vt:lpstr>
      <vt:lpstr>Basic Format</vt:lpstr>
      <vt:lpstr>Basic Format</vt:lpstr>
      <vt:lpstr>Basic Format</vt:lpstr>
      <vt:lpstr>&lt;aside/&gt;</vt:lpstr>
      <vt:lpstr>From this...</vt:lpstr>
      <vt:lpstr>To something a bit more XMLish...</vt:lpstr>
      <vt:lpstr>To use XML and HTML together (prior to HTML5)</vt:lpstr>
      <vt:lpstr>Namespaces 1 of 2 &lt;html xmlns="http://www.w3.org/1999/xhtml"&gt;</vt:lpstr>
      <vt:lpstr>Namespaces 2 of 2</vt:lpstr>
      <vt:lpstr>Microformats</vt:lpstr>
      <vt:lpstr>XCAL – XML Calendar microformat</vt:lpstr>
      <vt:lpstr>Web Syndication</vt:lpstr>
      <vt:lpstr>Example (revisited)</vt:lpstr>
      <vt:lpstr>Example (revisited)</vt:lpstr>
      <vt:lpstr>Example RSS: New York Times</vt:lpstr>
      <vt:lpstr>Example RSS: New York Times</vt:lpstr>
      <vt:lpstr>Learning RSS and Atom</vt:lpstr>
      <vt:lpstr>Lab 4: XML (take home)</vt:lpstr>
    </vt:vector>
  </TitlesOfParts>
  <Company>Rensselaer Polytechnic Institute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Patrick West</dc:creator>
  <cp:lastModifiedBy>Richard Plotka</cp:lastModifiedBy>
  <cp:revision>198</cp:revision>
  <dcterms:created xsi:type="dcterms:W3CDTF">2009-09-17T04:14:33Z</dcterms:created>
  <dcterms:modified xsi:type="dcterms:W3CDTF">2024-09-26T18:43:49Z</dcterms:modified>
</cp:coreProperties>
</file>