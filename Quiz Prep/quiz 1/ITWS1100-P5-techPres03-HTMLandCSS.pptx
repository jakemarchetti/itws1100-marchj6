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93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4" r:id="rId37"/>
    <p:sldId id="290" r:id="rId38"/>
    <p:sldId id="291" r:id="rId39"/>
    <p:sldId id="292" r:id="rId40"/>
  </p:sldIdLst>
  <p:sldSz cx="9144000" cy="5143500" type="screen16x9"/>
  <p:notesSz cx="6858000" cy="9144000"/>
  <p:embeddedFontLst>
    <p:embeddedFont>
      <p:font typeface="News Gothic MT" panose="020B0503020103020203" pitchFamily="34" charset="0"/>
      <p:regular r:id="rId42"/>
      <p:bold r:id="rId43"/>
      <p:italic r:id="rId44"/>
      <p:boldItalic r:id="rId45"/>
    </p:embeddedFont>
    <p:embeddedFont>
      <p:font typeface="Noto Sans Symbols" pitchFamily="2" charset="0"/>
      <p:regular r:id="rId46"/>
      <p:bold r:id="rId47"/>
    </p:embeddedFont>
    <p:embeddedFont>
      <p:font typeface="Source Sans Pro" panose="020B0503030403020204" pitchFamily="34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hS7hbTOOBpqBj16iqHoJefIXVY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2B0D9B-0D75-7B4B-8D64-1A09092FAE2B}" v="8" dt="2024-01-22T04:23:05.801"/>
  </p1510:revLst>
</p1510:revInfo>
</file>

<file path=ppt/tableStyles.xml><?xml version="1.0" encoding="utf-8"?>
<a:tblStyleLst xmlns:a="http://schemas.openxmlformats.org/drawingml/2006/main" def="{12AF3842-10DB-4DCF-9461-E96A582B0DAD}">
  <a:tblStyle styleId="{12AF3842-10DB-4DCF-9461-E96A582B0DAD}" styleName="Table_0">
    <a:wholeTbl>
      <a:tcTxStyle b="off" i="off">
        <a:font>
          <a:latin typeface="News Gothic MT"/>
          <a:ea typeface="News Gothic MT"/>
          <a:cs typeface="News Gothic M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CEF"/>
          </a:solidFill>
        </a:fill>
      </a:tcStyle>
    </a:wholeTbl>
    <a:band1H>
      <a:tcTxStyle/>
      <a:tcStyle>
        <a:tcBdr/>
        <a:fill>
          <a:solidFill>
            <a:srgbClr val="CBD6D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BD6D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News Gothic MT"/>
          <a:ea typeface="News Gothic MT"/>
          <a:cs typeface="News Gothic M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News Gothic MT"/>
          <a:ea typeface="News Gothic MT"/>
          <a:cs typeface="News Gothic M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News Gothic MT"/>
          <a:ea typeface="News Gothic MT"/>
          <a:cs typeface="News Gothic M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News Gothic MT"/>
          <a:ea typeface="News Gothic MT"/>
          <a:cs typeface="News Gothic M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38"/>
    <p:restoredTop sz="94694"/>
  </p:normalViewPr>
  <p:slideViewPr>
    <p:cSldViewPr snapToGrid="0">
      <p:cViewPr varScale="1">
        <p:scale>
          <a:sx n="161" d="100"/>
          <a:sy n="161" d="100"/>
        </p:scale>
        <p:origin x="744" y="4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customschemas.google.com/relationships/presentationmetadata" Target="meta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ard Plotka" userId="ef763fd2d67452b5" providerId="LiveId" clId="{D62B0D9B-0D75-7B4B-8D64-1A09092FAE2B}"/>
    <pc:docChg chg="undo custSel addSld modSld sldOrd">
      <pc:chgData name="Richard Plotka" userId="ef763fd2d67452b5" providerId="LiveId" clId="{D62B0D9B-0D75-7B4B-8D64-1A09092FAE2B}" dt="2024-01-22T04:23:05.801" v="1341"/>
      <pc:docMkLst>
        <pc:docMk/>
      </pc:docMkLst>
      <pc:sldChg chg="modSp mod">
        <pc:chgData name="Richard Plotka" userId="ef763fd2d67452b5" providerId="LiveId" clId="{D62B0D9B-0D75-7B4B-8D64-1A09092FAE2B}" dt="2024-01-22T04:22:48.931" v="1340"/>
        <pc:sldMkLst>
          <pc:docMk/>
          <pc:sldMk cId="0" sldId="260"/>
        </pc:sldMkLst>
        <pc:spChg chg="mod">
          <ac:chgData name="Richard Plotka" userId="ef763fd2d67452b5" providerId="LiveId" clId="{D62B0D9B-0D75-7B4B-8D64-1A09092FAE2B}" dt="2024-01-22T04:22:48.931" v="1340"/>
          <ac:spMkLst>
            <pc:docMk/>
            <pc:sldMk cId="0" sldId="260"/>
            <ac:spMk id="149" creationId="{00000000-0000-0000-0000-000000000000}"/>
          </ac:spMkLst>
        </pc:spChg>
      </pc:sldChg>
      <pc:sldChg chg="modSp mod">
        <pc:chgData name="Richard Plotka" userId="ef763fd2d67452b5" providerId="LiveId" clId="{D62B0D9B-0D75-7B4B-8D64-1A09092FAE2B}" dt="2024-01-19T16:37:10.493" v="888" actId="20577"/>
        <pc:sldMkLst>
          <pc:docMk/>
          <pc:sldMk cId="0" sldId="289"/>
        </pc:sldMkLst>
        <pc:spChg chg="mod">
          <ac:chgData name="Richard Plotka" userId="ef763fd2d67452b5" providerId="LiveId" clId="{D62B0D9B-0D75-7B4B-8D64-1A09092FAE2B}" dt="2024-01-19T16:37:10.493" v="888" actId="20577"/>
          <ac:spMkLst>
            <pc:docMk/>
            <pc:sldMk cId="0" sldId="289"/>
            <ac:spMk id="412" creationId="{00000000-0000-0000-0000-000000000000}"/>
          </ac:spMkLst>
        </pc:spChg>
        <pc:spChg chg="mod">
          <ac:chgData name="Richard Plotka" userId="ef763fd2d67452b5" providerId="LiveId" clId="{D62B0D9B-0D75-7B4B-8D64-1A09092FAE2B}" dt="2024-01-19T16:29:11.339" v="631" actId="14100"/>
          <ac:spMkLst>
            <pc:docMk/>
            <pc:sldMk cId="0" sldId="289"/>
            <ac:spMk id="413" creationId="{00000000-0000-0000-0000-000000000000}"/>
          </ac:spMkLst>
        </pc:spChg>
      </pc:sldChg>
      <pc:sldChg chg="addSp delSp modSp new mod modClrScheme chgLayout modNotesTx">
        <pc:chgData name="Richard Plotka" userId="ef763fd2d67452b5" providerId="LiveId" clId="{D62B0D9B-0D75-7B4B-8D64-1A09092FAE2B}" dt="2024-01-22T04:23:05.801" v="1341"/>
        <pc:sldMkLst>
          <pc:docMk/>
          <pc:sldMk cId="857071976" sldId="293"/>
        </pc:sldMkLst>
        <pc:spChg chg="add mod ord">
          <ac:chgData name="Richard Plotka" userId="ef763fd2d67452b5" providerId="LiveId" clId="{D62B0D9B-0D75-7B4B-8D64-1A09092FAE2B}" dt="2024-01-19T16:22:09.045" v="314" actId="20577"/>
          <ac:spMkLst>
            <pc:docMk/>
            <pc:sldMk cId="857071976" sldId="293"/>
            <ac:spMk id="2" creationId="{FC53F648-9288-DA98-AD04-AD34B03D1DCD}"/>
          </ac:spMkLst>
        </pc:spChg>
        <pc:spChg chg="add mod ord">
          <ac:chgData name="Richard Plotka" userId="ef763fd2d67452b5" providerId="LiveId" clId="{D62B0D9B-0D75-7B4B-8D64-1A09092FAE2B}" dt="2024-01-22T04:23:05.801" v="1341"/>
          <ac:spMkLst>
            <pc:docMk/>
            <pc:sldMk cId="857071976" sldId="293"/>
            <ac:spMk id="3" creationId="{5FE56B1B-AFF2-81E3-FD18-98A64AB27659}"/>
          </ac:spMkLst>
        </pc:spChg>
        <pc:spChg chg="add mod ord">
          <ac:chgData name="Richard Plotka" userId="ef763fd2d67452b5" providerId="LiveId" clId="{D62B0D9B-0D75-7B4B-8D64-1A09092FAE2B}" dt="2024-01-22T04:23:05.801" v="1341"/>
          <ac:spMkLst>
            <pc:docMk/>
            <pc:sldMk cId="857071976" sldId="293"/>
            <ac:spMk id="4" creationId="{41010B9D-23F1-CD91-890D-AE70124D036E}"/>
          </ac:spMkLst>
        </pc:spChg>
        <pc:spChg chg="add mod">
          <ac:chgData name="Richard Plotka" userId="ef763fd2d67452b5" providerId="LiveId" clId="{D62B0D9B-0D75-7B4B-8D64-1A09092FAE2B}" dt="2024-01-22T04:23:05.801" v="1341"/>
          <ac:spMkLst>
            <pc:docMk/>
            <pc:sldMk cId="857071976" sldId="293"/>
            <ac:spMk id="6" creationId="{C6E8A056-405C-8D6D-9EBF-FA5245FE1ED3}"/>
          </ac:spMkLst>
        </pc:spChg>
        <pc:picChg chg="add del mod">
          <ac:chgData name="Richard Plotka" userId="ef763fd2d67452b5" providerId="LiveId" clId="{D62B0D9B-0D75-7B4B-8D64-1A09092FAE2B}" dt="2024-01-19T16:49:04.718" v="947" actId="478"/>
          <ac:picMkLst>
            <pc:docMk/>
            <pc:sldMk cId="857071976" sldId="293"/>
            <ac:picMk id="5" creationId="{49F31CF0-6404-B413-6A40-725F8F199C26}"/>
          </ac:picMkLst>
        </pc:picChg>
        <pc:picChg chg="add mod">
          <ac:chgData name="Richard Plotka" userId="ef763fd2d67452b5" providerId="LiveId" clId="{D62B0D9B-0D75-7B4B-8D64-1A09092FAE2B}" dt="2024-01-19T16:54:52.819" v="1338" actId="1076"/>
          <ac:picMkLst>
            <pc:docMk/>
            <pc:sldMk cId="857071976" sldId="293"/>
            <ac:picMk id="7" creationId="{3903FDD4-7F31-A17A-A970-7B46122E98EB}"/>
          </ac:picMkLst>
        </pc:picChg>
      </pc:sldChg>
      <pc:sldChg chg="modSp new mod ord">
        <pc:chgData name="Richard Plotka" userId="ef763fd2d67452b5" providerId="LiveId" clId="{D62B0D9B-0D75-7B4B-8D64-1A09092FAE2B}" dt="2024-01-19T16:47:35.751" v="931" actId="20578"/>
        <pc:sldMkLst>
          <pc:docMk/>
          <pc:sldMk cId="4170748744" sldId="294"/>
        </pc:sldMkLst>
        <pc:spChg chg="mod">
          <ac:chgData name="Richard Plotka" userId="ef763fd2d67452b5" providerId="LiveId" clId="{D62B0D9B-0D75-7B4B-8D64-1A09092FAE2B}" dt="2024-01-19T16:37:28.606" v="930" actId="20577"/>
          <ac:spMkLst>
            <pc:docMk/>
            <pc:sldMk cId="4170748744" sldId="294"/>
            <ac:spMk id="2" creationId="{5F336D66-2954-189E-2B48-05DD49A6C737}"/>
          </ac:spMkLst>
        </pc:spChg>
        <pc:spChg chg="mod">
          <ac:chgData name="Richard Plotka" userId="ef763fd2d67452b5" providerId="LiveId" clId="{D62B0D9B-0D75-7B4B-8D64-1A09092FAE2B}" dt="2024-01-19T16:35:45.198" v="720" actId="14100"/>
          <ac:spMkLst>
            <pc:docMk/>
            <pc:sldMk cId="4170748744" sldId="294"/>
            <ac:spMk id="3" creationId="{9CB869CC-498D-304F-13BC-57C260805EC3}"/>
          </ac:spMkLst>
        </pc:spChg>
      </pc:sldChg>
    </pc:docChg>
  </pc:docChgLst>
  <pc:docChgLst>
    <pc:chgData name="Richard Plotka" userId="ef763fd2d67452b5" providerId="LiveId" clId="{AFF4A8A1-5B04-4E42-B336-8A446A27F419}"/>
    <pc:docChg chg="undo custSel modSld modMainMaster">
      <pc:chgData name="Richard Plotka" userId="ef763fd2d67452b5" providerId="LiveId" clId="{AFF4A8A1-5B04-4E42-B336-8A446A27F419}" dt="2023-09-04T22:49:21.906" v="57" actId="12"/>
      <pc:docMkLst>
        <pc:docMk/>
      </pc:docMkLst>
      <pc:sldChg chg="modSp mod">
        <pc:chgData name="Richard Plotka" userId="ef763fd2d67452b5" providerId="LiveId" clId="{AFF4A8A1-5B04-4E42-B336-8A446A27F419}" dt="2023-09-04T22:40:25.668" v="9"/>
        <pc:sldMkLst>
          <pc:docMk/>
          <pc:sldMk cId="0" sldId="256"/>
        </pc:sldMkLst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56"/>
            <ac:spMk id="113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56"/>
            <ac:spMk id="114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0.937" v="4"/>
          <ac:spMkLst>
            <pc:docMk/>
            <pc:sldMk cId="0" sldId="256"/>
            <ac:spMk id="115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0.937" v="4"/>
          <ac:spMkLst>
            <pc:docMk/>
            <pc:sldMk cId="0" sldId="256"/>
            <ac:spMk id="116" creationId="{00000000-0000-0000-0000-000000000000}"/>
          </ac:spMkLst>
        </pc:spChg>
      </pc:sldChg>
      <pc:sldChg chg="modSp">
        <pc:chgData name="Richard Plotka" userId="ef763fd2d67452b5" providerId="LiveId" clId="{AFF4A8A1-5B04-4E42-B336-8A446A27F419}" dt="2023-09-04T22:43:32.063" v="22" actId="12"/>
        <pc:sldMkLst>
          <pc:docMk/>
          <pc:sldMk cId="0" sldId="257"/>
        </pc:sldMkLst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57"/>
            <ac:spMk id="122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3:32.063" v="22" actId="12"/>
          <ac:spMkLst>
            <pc:docMk/>
            <pc:sldMk cId="0" sldId="257"/>
            <ac:spMk id="123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57"/>
            <ac:spMk id="124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57"/>
            <ac:spMk id="125" creationId="{00000000-0000-0000-0000-000000000000}"/>
          </ac:spMkLst>
        </pc:spChg>
      </pc:sldChg>
      <pc:sldChg chg="addSp delSp modSp mod addAnim delAnim chgLayout">
        <pc:chgData name="Richard Plotka" userId="ef763fd2d67452b5" providerId="LiveId" clId="{AFF4A8A1-5B04-4E42-B336-8A446A27F419}" dt="2023-09-04T22:43:56.875" v="23" actId="12"/>
        <pc:sldMkLst>
          <pc:docMk/>
          <pc:sldMk cId="0" sldId="258"/>
        </pc:sldMkLst>
        <pc:spChg chg="add del mod">
          <ac:chgData name="Richard Plotka" userId="ef763fd2d67452b5" providerId="LiveId" clId="{AFF4A8A1-5B04-4E42-B336-8A446A27F419}" dt="2023-09-04T22:38:55.631" v="2" actId="6264"/>
          <ac:spMkLst>
            <pc:docMk/>
            <pc:sldMk cId="0" sldId="258"/>
            <ac:spMk id="2" creationId="{5591A6AC-5A20-09EA-4298-F41DBA45907A}"/>
          </ac:spMkLst>
        </pc:spChg>
        <pc:spChg chg="add del mod">
          <ac:chgData name="Richard Plotka" userId="ef763fd2d67452b5" providerId="LiveId" clId="{AFF4A8A1-5B04-4E42-B336-8A446A27F419}" dt="2023-09-04T22:38:55.631" v="2" actId="6264"/>
          <ac:spMkLst>
            <pc:docMk/>
            <pc:sldMk cId="0" sldId="258"/>
            <ac:spMk id="3" creationId="{112D991D-C9E6-AB7E-B1F7-54C619C1705D}"/>
          </ac:spMkLst>
        </pc:spChg>
        <pc:spChg chg="add del mod">
          <ac:chgData name="Richard Plotka" userId="ef763fd2d67452b5" providerId="LiveId" clId="{AFF4A8A1-5B04-4E42-B336-8A446A27F419}" dt="2023-09-04T22:38:55.631" v="2" actId="6264"/>
          <ac:spMkLst>
            <pc:docMk/>
            <pc:sldMk cId="0" sldId="258"/>
            <ac:spMk id="4" creationId="{9EECB593-8A91-D7B1-A95E-B4900A80C8B7}"/>
          </ac:spMkLst>
        </pc:spChg>
        <pc:spChg chg="add del mod">
          <ac:chgData name="Richard Plotka" userId="ef763fd2d67452b5" providerId="LiveId" clId="{AFF4A8A1-5B04-4E42-B336-8A446A27F419}" dt="2023-09-04T22:38:55.631" v="2" actId="6264"/>
          <ac:spMkLst>
            <pc:docMk/>
            <pc:sldMk cId="0" sldId="258"/>
            <ac:spMk id="5" creationId="{B05A0368-0179-CD4F-5981-DC7B4540DD47}"/>
          </ac:spMkLst>
        </pc:spChg>
        <pc:spChg chg="mod ord">
          <ac:chgData name="Richard Plotka" userId="ef763fd2d67452b5" providerId="LiveId" clId="{AFF4A8A1-5B04-4E42-B336-8A446A27F419}" dt="2023-09-04T22:40:25.668" v="9"/>
          <ac:spMkLst>
            <pc:docMk/>
            <pc:sldMk cId="0" sldId="258"/>
            <ac:spMk id="131" creationId="{00000000-0000-0000-0000-000000000000}"/>
          </ac:spMkLst>
        </pc:spChg>
        <pc:spChg chg="mod ord">
          <ac:chgData name="Richard Plotka" userId="ef763fd2d67452b5" providerId="LiveId" clId="{AFF4A8A1-5B04-4E42-B336-8A446A27F419}" dt="2023-09-04T22:43:56.875" v="23" actId="12"/>
          <ac:spMkLst>
            <pc:docMk/>
            <pc:sldMk cId="0" sldId="258"/>
            <ac:spMk id="132" creationId="{00000000-0000-0000-0000-000000000000}"/>
          </ac:spMkLst>
        </pc:spChg>
        <pc:spChg chg="mod ord">
          <ac:chgData name="Richard Plotka" userId="ef763fd2d67452b5" providerId="LiveId" clId="{AFF4A8A1-5B04-4E42-B336-8A446A27F419}" dt="2023-09-04T22:40:25.668" v="9"/>
          <ac:spMkLst>
            <pc:docMk/>
            <pc:sldMk cId="0" sldId="258"/>
            <ac:spMk id="133" creationId="{00000000-0000-0000-0000-000000000000}"/>
          </ac:spMkLst>
        </pc:spChg>
        <pc:spChg chg="mod ord">
          <ac:chgData name="Richard Plotka" userId="ef763fd2d67452b5" providerId="LiveId" clId="{AFF4A8A1-5B04-4E42-B336-8A446A27F419}" dt="2023-09-04T22:40:25.668" v="9"/>
          <ac:spMkLst>
            <pc:docMk/>
            <pc:sldMk cId="0" sldId="258"/>
            <ac:spMk id="134" creationId="{00000000-0000-0000-0000-000000000000}"/>
          </ac:spMkLst>
        </pc:spChg>
      </pc:sldChg>
      <pc:sldChg chg="modSp">
        <pc:chgData name="Richard Plotka" userId="ef763fd2d67452b5" providerId="LiveId" clId="{AFF4A8A1-5B04-4E42-B336-8A446A27F419}" dt="2023-09-04T22:44:04.645" v="24" actId="12"/>
        <pc:sldMkLst>
          <pc:docMk/>
          <pc:sldMk cId="0" sldId="259"/>
        </pc:sldMkLst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59"/>
            <ac:spMk id="139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4:04.645" v="24" actId="12"/>
          <ac:spMkLst>
            <pc:docMk/>
            <pc:sldMk cId="0" sldId="259"/>
            <ac:spMk id="140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59"/>
            <ac:spMk id="141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59"/>
            <ac:spMk id="142" creationId="{00000000-0000-0000-0000-000000000000}"/>
          </ac:spMkLst>
        </pc:spChg>
      </pc:sldChg>
      <pc:sldChg chg="modSp mod">
        <pc:chgData name="Richard Plotka" userId="ef763fd2d67452b5" providerId="LiveId" clId="{AFF4A8A1-5B04-4E42-B336-8A446A27F419}" dt="2023-09-04T22:44:13.112" v="25" actId="12"/>
        <pc:sldMkLst>
          <pc:docMk/>
          <pc:sldMk cId="0" sldId="260"/>
        </pc:sldMkLst>
        <pc:spChg chg="mod">
          <ac:chgData name="Richard Plotka" userId="ef763fd2d67452b5" providerId="LiveId" clId="{AFF4A8A1-5B04-4E42-B336-8A446A27F419}" dt="2023-09-04T22:44:13.112" v="25" actId="12"/>
          <ac:spMkLst>
            <pc:docMk/>
            <pc:sldMk cId="0" sldId="260"/>
            <ac:spMk id="149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38:39.952" v="0" actId="14100"/>
          <ac:spMkLst>
            <pc:docMk/>
            <pc:sldMk cId="0" sldId="260"/>
            <ac:spMk id="150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60"/>
            <ac:spMk id="153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60"/>
            <ac:spMk id="154" creationId="{00000000-0000-0000-0000-000000000000}"/>
          </ac:spMkLst>
        </pc:spChg>
      </pc:sldChg>
      <pc:sldChg chg="modSp mod">
        <pc:chgData name="Richard Plotka" userId="ef763fd2d67452b5" providerId="LiveId" clId="{AFF4A8A1-5B04-4E42-B336-8A446A27F419}" dt="2023-09-04T22:44:48.500" v="29" actId="20577"/>
        <pc:sldMkLst>
          <pc:docMk/>
          <pc:sldMk cId="0" sldId="261"/>
        </pc:sldMkLst>
        <pc:spChg chg="mod">
          <ac:chgData name="Richard Plotka" userId="ef763fd2d67452b5" providerId="LiveId" clId="{AFF4A8A1-5B04-4E42-B336-8A446A27F419}" dt="2023-09-04T22:44:48.500" v="29" actId="20577"/>
          <ac:spMkLst>
            <pc:docMk/>
            <pc:sldMk cId="0" sldId="261"/>
            <ac:spMk id="162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4:43.270" v="28" actId="20577"/>
          <ac:spMkLst>
            <pc:docMk/>
            <pc:sldMk cId="0" sldId="261"/>
            <ac:spMk id="164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4:38.364" v="27" actId="20577"/>
          <ac:spMkLst>
            <pc:docMk/>
            <pc:sldMk cId="0" sldId="261"/>
            <ac:spMk id="165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61"/>
            <ac:spMk id="166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61"/>
            <ac:spMk id="167" creationId="{00000000-0000-0000-0000-000000000000}"/>
          </ac:spMkLst>
        </pc:spChg>
      </pc:sldChg>
      <pc:sldChg chg="modSp">
        <pc:chgData name="Richard Plotka" userId="ef763fd2d67452b5" providerId="LiveId" clId="{AFF4A8A1-5B04-4E42-B336-8A446A27F419}" dt="2023-09-04T22:40:25.668" v="9"/>
        <pc:sldMkLst>
          <pc:docMk/>
          <pc:sldMk cId="0" sldId="262"/>
        </pc:sldMkLst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62"/>
            <ac:spMk id="174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62"/>
            <ac:spMk id="175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62"/>
            <ac:spMk id="176" creationId="{00000000-0000-0000-0000-000000000000}"/>
          </ac:spMkLst>
        </pc:spChg>
      </pc:sldChg>
      <pc:sldChg chg="modSp mod">
        <pc:chgData name="Richard Plotka" userId="ef763fd2d67452b5" providerId="LiveId" clId="{AFF4A8A1-5B04-4E42-B336-8A446A27F419}" dt="2023-09-04T22:44:59.989" v="30" actId="12"/>
        <pc:sldMkLst>
          <pc:docMk/>
          <pc:sldMk cId="0" sldId="263"/>
        </pc:sldMkLst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63"/>
            <ac:spMk id="181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4:59.989" v="30" actId="12"/>
          <ac:spMkLst>
            <pc:docMk/>
            <pc:sldMk cId="0" sldId="263"/>
            <ac:spMk id="182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63"/>
            <ac:spMk id="183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63"/>
            <ac:spMk id="184" creationId="{00000000-0000-0000-0000-000000000000}"/>
          </ac:spMkLst>
        </pc:spChg>
      </pc:sldChg>
      <pc:sldChg chg="modSp mod">
        <pc:chgData name="Richard Plotka" userId="ef763fd2d67452b5" providerId="LiveId" clId="{AFF4A8A1-5B04-4E42-B336-8A446A27F419}" dt="2023-09-04T22:45:16.521" v="31" actId="12"/>
        <pc:sldMkLst>
          <pc:docMk/>
          <pc:sldMk cId="0" sldId="264"/>
        </pc:sldMkLst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64"/>
            <ac:spMk id="189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5:16.521" v="31" actId="12"/>
          <ac:spMkLst>
            <pc:docMk/>
            <pc:sldMk cId="0" sldId="264"/>
            <ac:spMk id="190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64"/>
            <ac:spMk id="191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64"/>
            <ac:spMk id="192" creationId="{00000000-0000-0000-0000-000000000000}"/>
          </ac:spMkLst>
        </pc:spChg>
      </pc:sldChg>
      <pc:sldChg chg="modSp mod">
        <pc:chgData name="Richard Plotka" userId="ef763fd2d67452b5" providerId="LiveId" clId="{AFF4A8A1-5B04-4E42-B336-8A446A27F419}" dt="2023-09-04T22:45:24.741" v="32" actId="12"/>
        <pc:sldMkLst>
          <pc:docMk/>
          <pc:sldMk cId="0" sldId="265"/>
        </pc:sldMkLst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65"/>
            <ac:spMk id="197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5:24.741" v="32" actId="12"/>
          <ac:spMkLst>
            <pc:docMk/>
            <pc:sldMk cId="0" sldId="265"/>
            <ac:spMk id="198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65"/>
            <ac:spMk id="199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65"/>
            <ac:spMk id="200" creationId="{00000000-0000-0000-0000-000000000000}"/>
          </ac:spMkLst>
        </pc:spChg>
      </pc:sldChg>
      <pc:sldChg chg="modSp mod">
        <pc:chgData name="Richard Plotka" userId="ef763fd2d67452b5" providerId="LiveId" clId="{AFF4A8A1-5B04-4E42-B336-8A446A27F419}" dt="2023-09-04T22:46:08.756" v="37" actId="12"/>
        <pc:sldMkLst>
          <pc:docMk/>
          <pc:sldMk cId="0" sldId="266"/>
        </pc:sldMkLst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66"/>
            <ac:spMk id="205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6:08.756" v="37" actId="12"/>
          <ac:spMkLst>
            <pc:docMk/>
            <pc:sldMk cId="0" sldId="266"/>
            <ac:spMk id="206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66"/>
            <ac:spMk id="210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66"/>
            <ac:spMk id="211" creationId="{00000000-0000-0000-0000-000000000000}"/>
          </ac:spMkLst>
        </pc:spChg>
      </pc:sldChg>
      <pc:sldChg chg="modSp">
        <pc:chgData name="Richard Plotka" userId="ef763fd2d67452b5" providerId="LiveId" clId="{AFF4A8A1-5B04-4E42-B336-8A446A27F419}" dt="2023-09-04T22:40:25.668" v="9"/>
        <pc:sldMkLst>
          <pc:docMk/>
          <pc:sldMk cId="0" sldId="267"/>
        </pc:sldMkLst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67"/>
            <ac:spMk id="221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67"/>
            <ac:spMk id="222" creationId="{00000000-0000-0000-0000-000000000000}"/>
          </ac:spMkLst>
        </pc:spChg>
      </pc:sldChg>
      <pc:sldChg chg="modSp mod">
        <pc:chgData name="Richard Plotka" userId="ef763fd2d67452b5" providerId="LiveId" clId="{AFF4A8A1-5B04-4E42-B336-8A446A27F419}" dt="2023-09-04T22:46:30.064" v="38" actId="12"/>
        <pc:sldMkLst>
          <pc:docMk/>
          <pc:sldMk cId="0" sldId="268"/>
        </pc:sldMkLst>
        <pc:spChg chg="mod">
          <ac:chgData name="Richard Plotka" userId="ef763fd2d67452b5" providerId="LiveId" clId="{AFF4A8A1-5B04-4E42-B336-8A446A27F419}" dt="2023-09-04T22:46:30.064" v="38" actId="12"/>
          <ac:spMkLst>
            <pc:docMk/>
            <pc:sldMk cId="0" sldId="268"/>
            <ac:spMk id="229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68"/>
            <ac:spMk id="230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68"/>
            <ac:spMk id="231" creationId="{00000000-0000-0000-0000-000000000000}"/>
          </ac:spMkLst>
        </pc:spChg>
      </pc:sldChg>
      <pc:sldChg chg="modSp mod">
        <pc:chgData name="Richard Plotka" userId="ef763fd2d67452b5" providerId="LiveId" clId="{AFF4A8A1-5B04-4E42-B336-8A446A27F419}" dt="2023-09-04T22:46:37.775" v="39" actId="12"/>
        <pc:sldMkLst>
          <pc:docMk/>
          <pc:sldMk cId="0" sldId="269"/>
        </pc:sldMkLst>
        <pc:spChg chg="mod">
          <ac:chgData name="Richard Plotka" userId="ef763fd2d67452b5" providerId="LiveId" clId="{AFF4A8A1-5B04-4E42-B336-8A446A27F419}" dt="2023-09-04T22:46:37.775" v="39" actId="12"/>
          <ac:spMkLst>
            <pc:docMk/>
            <pc:sldMk cId="0" sldId="269"/>
            <ac:spMk id="238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69"/>
            <ac:spMk id="239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69"/>
            <ac:spMk id="240" creationId="{00000000-0000-0000-0000-000000000000}"/>
          </ac:spMkLst>
        </pc:spChg>
      </pc:sldChg>
      <pc:sldChg chg="modSp mod">
        <pc:chgData name="Richard Plotka" userId="ef763fd2d67452b5" providerId="LiveId" clId="{AFF4A8A1-5B04-4E42-B336-8A446A27F419}" dt="2023-09-04T22:46:49.506" v="40" actId="12"/>
        <pc:sldMkLst>
          <pc:docMk/>
          <pc:sldMk cId="0" sldId="270"/>
        </pc:sldMkLst>
        <pc:spChg chg="mod">
          <ac:chgData name="Richard Plotka" userId="ef763fd2d67452b5" providerId="LiveId" clId="{AFF4A8A1-5B04-4E42-B336-8A446A27F419}" dt="2023-09-04T22:46:49.506" v="40" actId="12"/>
          <ac:spMkLst>
            <pc:docMk/>
            <pc:sldMk cId="0" sldId="270"/>
            <ac:spMk id="247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70"/>
            <ac:spMk id="248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70"/>
            <ac:spMk id="249" creationId="{00000000-0000-0000-0000-000000000000}"/>
          </ac:spMkLst>
        </pc:spChg>
      </pc:sldChg>
      <pc:sldChg chg="modSp">
        <pc:chgData name="Richard Plotka" userId="ef763fd2d67452b5" providerId="LiveId" clId="{AFF4A8A1-5B04-4E42-B336-8A446A27F419}" dt="2023-09-04T22:40:25.668" v="9"/>
        <pc:sldMkLst>
          <pc:docMk/>
          <pc:sldMk cId="0" sldId="271"/>
        </pc:sldMkLst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71"/>
            <ac:spMk id="256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71"/>
            <ac:spMk id="258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71"/>
            <ac:spMk id="259" creationId="{00000000-0000-0000-0000-000000000000}"/>
          </ac:spMkLst>
        </pc:spChg>
      </pc:sldChg>
      <pc:sldChg chg="modSp mod">
        <pc:chgData name="Richard Plotka" userId="ef763fd2d67452b5" providerId="LiveId" clId="{AFF4A8A1-5B04-4E42-B336-8A446A27F419}" dt="2023-09-04T22:47:23.011" v="44" actId="12"/>
        <pc:sldMkLst>
          <pc:docMk/>
          <pc:sldMk cId="0" sldId="272"/>
        </pc:sldMkLst>
        <pc:spChg chg="mod">
          <ac:chgData name="Richard Plotka" userId="ef763fd2d67452b5" providerId="LiveId" clId="{AFF4A8A1-5B04-4E42-B336-8A446A27F419}" dt="2023-09-04T22:47:23.011" v="44" actId="12"/>
          <ac:spMkLst>
            <pc:docMk/>
            <pc:sldMk cId="0" sldId="272"/>
            <ac:spMk id="265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72"/>
            <ac:spMk id="266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72"/>
            <ac:spMk id="267" creationId="{00000000-0000-0000-0000-000000000000}"/>
          </ac:spMkLst>
        </pc:spChg>
      </pc:sldChg>
      <pc:sldChg chg="modSp">
        <pc:chgData name="Richard Plotka" userId="ef763fd2d67452b5" providerId="LiveId" clId="{AFF4A8A1-5B04-4E42-B336-8A446A27F419}" dt="2023-09-04T22:40:25.668" v="9"/>
        <pc:sldMkLst>
          <pc:docMk/>
          <pc:sldMk cId="0" sldId="273"/>
        </pc:sldMkLst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73"/>
            <ac:spMk id="272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0.937" v="4"/>
          <ac:spMkLst>
            <pc:docMk/>
            <pc:sldMk cId="0" sldId="273"/>
            <ac:spMk id="275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0.937" v="4"/>
          <ac:spMkLst>
            <pc:docMk/>
            <pc:sldMk cId="0" sldId="273"/>
            <ac:spMk id="276" creationId="{00000000-0000-0000-0000-000000000000}"/>
          </ac:spMkLst>
        </pc:spChg>
      </pc:sldChg>
      <pc:sldChg chg="modSp mod">
        <pc:chgData name="Richard Plotka" userId="ef763fd2d67452b5" providerId="LiveId" clId="{AFF4A8A1-5B04-4E42-B336-8A446A27F419}" dt="2023-09-04T22:47:34.582" v="45" actId="12"/>
        <pc:sldMkLst>
          <pc:docMk/>
          <pc:sldMk cId="0" sldId="274"/>
        </pc:sldMkLst>
        <pc:spChg chg="mod">
          <ac:chgData name="Richard Plotka" userId="ef763fd2d67452b5" providerId="LiveId" clId="{AFF4A8A1-5B04-4E42-B336-8A446A27F419}" dt="2023-09-04T22:47:34.582" v="45" actId="12"/>
          <ac:spMkLst>
            <pc:docMk/>
            <pc:sldMk cId="0" sldId="274"/>
            <ac:spMk id="282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74"/>
            <ac:spMk id="283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74"/>
            <ac:spMk id="284" creationId="{00000000-0000-0000-0000-000000000000}"/>
          </ac:spMkLst>
        </pc:spChg>
      </pc:sldChg>
      <pc:sldChg chg="modSp mod">
        <pc:chgData name="Richard Plotka" userId="ef763fd2d67452b5" providerId="LiveId" clId="{AFF4A8A1-5B04-4E42-B336-8A446A27F419}" dt="2023-09-04T22:47:42.056" v="46" actId="12"/>
        <pc:sldMkLst>
          <pc:docMk/>
          <pc:sldMk cId="0" sldId="275"/>
        </pc:sldMkLst>
        <pc:spChg chg="mod">
          <ac:chgData name="Richard Plotka" userId="ef763fd2d67452b5" providerId="LiveId" clId="{AFF4A8A1-5B04-4E42-B336-8A446A27F419}" dt="2023-09-04T22:47:42.056" v="46" actId="12"/>
          <ac:spMkLst>
            <pc:docMk/>
            <pc:sldMk cId="0" sldId="275"/>
            <ac:spMk id="290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75"/>
            <ac:spMk id="291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75"/>
            <ac:spMk id="292" creationId="{00000000-0000-0000-0000-000000000000}"/>
          </ac:spMkLst>
        </pc:spChg>
      </pc:sldChg>
      <pc:sldChg chg="modSp">
        <pc:chgData name="Richard Plotka" userId="ef763fd2d67452b5" providerId="LiveId" clId="{AFF4A8A1-5B04-4E42-B336-8A446A27F419}" dt="2023-09-04T22:40:25.668" v="9"/>
        <pc:sldMkLst>
          <pc:docMk/>
          <pc:sldMk cId="0" sldId="276"/>
        </pc:sldMkLst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76"/>
            <ac:spMk id="298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0.937" v="4"/>
          <ac:spMkLst>
            <pc:docMk/>
            <pc:sldMk cId="0" sldId="276"/>
            <ac:spMk id="302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0.937" v="4"/>
          <ac:spMkLst>
            <pc:docMk/>
            <pc:sldMk cId="0" sldId="276"/>
            <ac:spMk id="303" creationId="{00000000-0000-0000-0000-000000000000}"/>
          </ac:spMkLst>
        </pc:spChg>
      </pc:sldChg>
      <pc:sldChg chg="modSp mod">
        <pc:chgData name="Richard Plotka" userId="ef763fd2d67452b5" providerId="LiveId" clId="{AFF4A8A1-5B04-4E42-B336-8A446A27F419}" dt="2023-09-04T22:47:52.584" v="47" actId="12"/>
        <pc:sldMkLst>
          <pc:docMk/>
          <pc:sldMk cId="0" sldId="277"/>
        </pc:sldMkLst>
        <pc:spChg chg="mod">
          <ac:chgData name="Richard Plotka" userId="ef763fd2d67452b5" providerId="LiveId" clId="{AFF4A8A1-5B04-4E42-B336-8A446A27F419}" dt="2023-09-04T22:47:52.584" v="47" actId="12"/>
          <ac:spMkLst>
            <pc:docMk/>
            <pc:sldMk cId="0" sldId="277"/>
            <ac:spMk id="310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77"/>
            <ac:spMk id="311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77"/>
            <ac:spMk id="312" creationId="{00000000-0000-0000-0000-000000000000}"/>
          </ac:spMkLst>
        </pc:spChg>
      </pc:sldChg>
      <pc:sldChg chg="modSp mod">
        <pc:chgData name="Richard Plotka" userId="ef763fd2d67452b5" providerId="LiveId" clId="{AFF4A8A1-5B04-4E42-B336-8A446A27F419}" dt="2023-09-04T22:48:01.627" v="48" actId="12"/>
        <pc:sldMkLst>
          <pc:docMk/>
          <pc:sldMk cId="0" sldId="278"/>
        </pc:sldMkLst>
        <pc:spChg chg="mod">
          <ac:chgData name="Richard Plotka" userId="ef763fd2d67452b5" providerId="LiveId" clId="{AFF4A8A1-5B04-4E42-B336-8A446A27F419}" dt="2023-09-04T22:48:01.627" v="48" actId="12"/>
          <ac:spMkLst>
            <pc:docMk/>
            <pc:sldMk cId="0" sldId="278"/>
            <ac:spMk id="318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78"/>
            <ac:spMk id="319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78"/>
            <ac:spMk id="320" creationId="{00000000-0000-0000-0000-000000000000}"/>
          </ac:spMkLst>
        </pc:spChg>
      </pc:sldChg>
      <pc:sldChg chg="modSp">
        <pc:chgData name="Richard Plotka" userId="ef763fd2d67452b5" providerId="LiveId" clId="{AFF4A8A1-5B04-4E42-B336-8A446A27F419}" dt="2023-09-04T22:40:25.668" v="9"/>
        <pc:sldMkLst>
          <pc:docMk/>
          <pc:sldMk cId="0" sldId="279"/>
        </pc:sldMkLst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79"/>
            <ac:spMk id="325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0.937" v="4"/>
          <ac:spMkLst>
            <pc:docMk/>
            <pc:sldMk cId="0" sldId="279"/>
            <ac:spMk id="328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0.937" v="4"/>
          <ac:spMkLst>
            <pc:docMk/>
            <pc:sldMk cId="0" sldId="279"/>
            <ac:spMk id="329" creationId="{00000000-0000-0000-0000-000000000000}"/>
          </ac:spMkLst>
        </pc:spChg>
      </pc:sldChg>
      <pc:sldChg chg="modSp mod">
        <pc:chgData name="Richard Plotka" userId="ef763fd2d67452b5" providerId="LiveId" clId="{AFF4A8A1-5B04-4E42-B336-8A446A27F419}" dt="2023-09-04T22:48:10.864" v="49" actId="12"/>
        <pc:sldMkLst>
          <pc:docMk/>
          <pc:sldMk cId="0" sldId="280"/>
        </pc:sldMkLst>
        <pc:spChg chg="mod">
          <ac:chgData name="Richard Plotka" userId="ef763fd2d67452b5" providerId="LiveId" clId="{AFF4A8A1-5B04-4E42-B336-8A446A27F419}" dt="2023-09-04T22:48:10.864" v="49" actId="12"/>
          <ac:spMkLst>
            <pc:docMk/>
            <pc:sldMk cId="0" sldId="280"/>
            <ac:spMk id="335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80"/>
            <ac:spMk id="336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80"/>
            <ac:spMk id="337" creationId="{00000000-0000-0000-0000-000000000000}"/>
          </ac:spMkLst>
        </pc:spChg>
      </pc:sldChg>
      <pc:sldChg chg="modSp mod">
        <pc:chgData name="Richard Plotka" userId="ef763fd2d67452b5" providerId="LiveId" clId="{AFF4A8A1-5B04-4E42-B336-8A446A27F419}" dt="2023-09-04T22:48:19.115" v="50" actId="12"/>
        <pc:sldMkLst>
          <pc:docMk/>
          <pc:sldMk cId="0" sldId="281"/>
        </pc:sldMkLst>
        <pc:spChg chg="mod">
          <ac:chgData name="Richard Plotka" userId="ef763fd2d67452b5" providerId="LiveId" clId="{AFF4A8A1-5B04-4E42-B336-8A446A27F419}" dt="2023-09-04T22:48:19.115" v="50" actId="12"/>
          <ac:spMkLst>
            <pc:docMk/>
            <pc:sldMk cId="0" sldId="281"/>
            <ac:spMk id="344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81"/>
            <ac:spMk id="346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81"/>
            <ac:spMk id="347" creationId="{00000000-0000-0000-0000-000000000000}"/>
          </ac:spMkLst>
        </pc:spChg>
      </pc:sldChg>
      <pc:sldChg chg="modSp">
        <pc:chgData name="Richard Plotka" userId="ef763fd2d67452b5" providerId="LiveId" clId="{AFF4A8A1-5B04-4E42-B336-8A446A27F419}" dt="2023-09-04T22:40:20.937" v="4"/>
        <pc:sldMkLst>
          <pc:docMk/>
          <pc:sldMk cId="0" sldId="282"/>
        </pc:sldMkLst>
        <pc:spChg chg="mod">
          <ac:chgData name="Richard Plotka" userId="ef763fd2d67452b5" providerId="LiveId" clId="{AFF4A8A1-5B04-4E42-B336-8A446A27F419}" dt="2023-09-04T22:40:20.937" v="4"/>
          <ac:spMkLst>
            <pc:docMk/>
            <pc:sldMk cId="0" sldId="282"/>
            <ac:spMk id="358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0.937" v="4"/>
          <ac:spMkLst>
            <pc:docMk/>
            <pc:sldMk cId="0" sldId="282"/>
            <ac:spMk id="359" creationId="{00000000-0000-0000-0000-000000000000}"/>
          </ac:spMkLst>
        </pc:spChg>
      </pc:sldChg>
      <pc:sldChg chg="modSp mod">
        <pc:chgData name="Richard Plotka" userId="ef763fd2d67452b5" providerId="LiveId" clId="{AFF4A8A1-5B04-4E42-B336-8A446A27F419}" dt="2023-09-04T22:48:26.376" v="51" actId="12"/>
        <pc:sldMkLst>
          <pc:docMk/>
          <pc:sldMk cId="0" sldId="283"/>
        </pc:sldMkLst>
        <pc:spChg chg="mod">
          <ac:chgData name="Richard Plotka" userId="ef763fd2d67452b5" providerId="LiveId" clId="{AFF4A8A1-5B04-4E42-B336-8A446A27F419}" dt="2023-09-04T22:48:26.376" v="51" actId="12"/>
          <ac:spMkLst>
            <pc:docMk/>
            <pc:sldMk cId="0" sldId="283"/>
            <ac:spMk id="365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83"/>
            <ac:spMk id="366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83"/>
            <ac:spMk id="367" creationId="{00000000-0000-0000-0000-000000000000}"/>
          </ac:spMkLst>
        </pc:spChg>
      </pc:sldChg>
      <pc:sldChg chg="modSp mod">
        <pc:chgData name="Richard Plotka" userId="ef763fd2d67452b5" providerId="LiveId" clId="{AFF4A8A1-5B04-4E42-B336-8A446A27F419}" dt="2023-09-04T22:48:34.364" v="52" actId="12"/>
        <pc:sldMkLst>
          <pc:docMk/>
          <pc:sldMk cId="0" sldId="284"/>
        </pc:sldMkLst>
        <pc:spChg chg="mod">
          <ac:chgData name="Richard Plotka" userId="ef763fd2d67452b5" providerId="LiveId" clId="{AFF4A8A1-5B04-4E42-B336-8A446A27F419}" dt="2023-09-04T22:48:34.364" v="52" actId="12"/>
          <ac:spMkLst>
            <pc:docMk/>
            <pc:sldMk cId="0" sldId="284"/>
            <ac:spMk id="373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84"/>
            <ac:spMk id="374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84"/>
            <ac:spMk id="375" creationId="{00000000-0000-0000-0000-000000000000}"/>
          </ac:spMkLst>
        </pc:spChg>
      </pc:sldChg>
      <pc:sldChg chg="modSp">
        <pc:chgData name="Richard Plotka" userId="ef763fd2d67452b5" providerId="LiveId" clId="{AFF4A8A1-5B04-4E42-B336-8A446A27F419}" dt="2023-09-04T22:40:25.668" v="9"/>
        <pc:sldMkLst>
          <pc:docMk/>
          <pc:sldMk cId="0" sldId="285"/>
        </pc:sldMkLst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85"/>
            <ac:spMk id="381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85"/>
            <ac:spMk id="382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85"/>
            <ac:spMk id="383" creationId="{00000000-0000-0000-0000-000000000000}"/>
          </ac:spMkLst>
        </pc:spChg>
      </pc:sldChg>
      <pc:sldChg chg="modSp">
        <pc:chgData name="Richard Plotka" userId="ef763fd2d67452b5" providerId="LiveId" clId="{AFF4A8A1-5B04-4E42-B336-8A446A27F419}" dt="2023-09-04T22:40:25.668" v="9"/>
        <pc:sldMkLst>
          <pc:docMk/>
          <pc:sldMk cId="0" sldId="286"/>
        </pc:sldMkLst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86"/>
            <ac:spMk id="389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86"/>
            <ac:spMk id="390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86"/>
            <ac:spMk id="391" creationId="{00000000-0000-0000-0000-000000000000}"/>
          </ac:spMkLst>
        </pc:spChg>
      </pc:sldChg>
      <pc:sldChg chg="modSp">
        <pc:chgData name="Richard Plotka" userId="ef763fd2d67452b5" providerId="LiveId" clId="{AFF4A8A1-5B04-4E42-B336-8A446A27F419}" dt="2023-09-04T22:40:25.668" v="9"/>
        <pc:sldMkLst>
          <pc:docMk/>
          <pc:sldMk cId="0" sldId="287"/>
        </pc:sldMkLst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87"/>
            <ac:spMk id="397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87"/>
            <ac:spMk id="398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87"/>
            <ac:spMk id="399" creationId="{00000000-0000-0000-0000-000000000000}"/>
          </ac:spMkLst>
        </pc:spChg>
      </pc:sldChg>
      <pc:sldChg chg="modSp mod">
        <pc:chgData name="Richard Plotka" userId="ef763fd2d67452b5" providerId="LiveId" clId="{AFF4A8A1-5B04-4E42-B336-8A446A27F419}" dt="2023-09-04T22:48:47.475" v="53" actId="12"/>
        <pc:sldMkLst>
          <pc:docMk/>
          <pc:sldMk cId="0" sldId="288"/>
        </pc:sldMkLst>
        <pc:spChg chg="mod">
          <ac:chgData name="Richard Plotka" userId="ef763fd2d67452b5" providerId="LiveId" clId="{AFF4A8A1-5B04-4E42-B336-8A446A27F419}" dt="2023-09-04T22:48:47.475" v="53" actId="12"/>
          <ac:spMkLst>
            <pc:docMk/>
            <pc:sldMk cId="0" sldId="288"/>
            <ac:spMk id="405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88"/>
            <ac:spMk id="406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88"/>
            <ac:spMk id="407" creationId="{00000000-0000-0000-0000-000000000000}"/>
          </ac:spMkLst>
        </pc:spChg>
      </pc:sldChg>
      <pc:sldChg chg="modSp mod">
        <pc:chgData name="Richard Plotka" userId="ef763fd2d67452b5" providerId="LiveId" clId="{AFF4A8A1-5B04-4E42-B336-8A446A27F419}" dt="2023-09-04T22:48:56.455" v="54" actId="12"/>
        <pc:sldMkLst>
          <pc:docMk/>
          <pc:sldMk cId="0" sldId="289"/>
        </pc:sldMkLst>
        <pc:spChg chg="mod">
          <ac:chgData name="Richard Plotka" userId="ef763fd2d67452b5" providerId="LiveId" clId="{AFF4A8A1-5B04-4E42-B336-8A446A27F419}" dt="2023-09-04T22:48:56.455" v="54" actId="12"/>
          <ac:spMkLst>
            <pc:docMk/>
            <pc:sldMk cId="0" sldId="289"/>
            <ac:spMk id="412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89"/>
            <ac:spMk id="413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89"/>
            <ac:spMk id="414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89"/>
            <ac:spMk id="415" creationId="{00000000-0000-0000-0000-000000000000}"/>
          </ac:spMkLst>
        </pc:spChg>
      </pc:sldChg>
      <pc:sldChg chg="modSp mod">
        <pc:chgData name="Richard Plotka" userId="ef763fd2d67452b5" providerId="LiveId" clId="{AFF4A8A1-5B04-4E42-B336-8A446A27F419}" dt="2023-09-04T22:49:09.716" v="56" actId="5793"/>
        <pc:sldMkLst>
          <pc:docMk/>
          <pc:sldMk cId="0" sldId="290"/>
        </pc:sldMkLst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90"/>
            <ac:spMk id="420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9:09.716" v="56" actId="5793"/>
          <ac:spMkLst>
            <pc:docMk/>
            <pc:sldMk cId="0" sldId="290"/>
            <ac:spMk id="421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90"/>
            <ac:spMk id="422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90"/>
            <ac:spMk id="423" creationId="{00000000-0000-0000-0000-000000000000}"/>
          </ac:spMkLst>
        </pc:spChg>
      </pc:sldChg>
      <pc:sldChg chg="modSp mod">
        <pc:chgData name="Richard Plotka" userId="ef763fd2d67452b5" providerId="LiveId" clId="{AFF4A8A1-5B04-4E42-B336-8A446A27F419}" dt="2023-09-04T22:49:21.906" v="57" actId="12"/>
        <pc:sldMkLst>
          <pc:docMk/>
          <pc:sldMk cId="0" sldId="291"/>
        </pc:sldMkLst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91"/>
            <ac:spMk id="428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9:21.906" v="57" actId="12"/>
          <ac:spMkLst>
            <pc:docMk/>
            <pc:sldMk cId="0" sldId="291"/>
            <ac:spMk id="429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91"/>
            <ac:spMk id="430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91"/>
            <ac:spMk id="431" creationId="{00000000-0000-0000-0000-000000000000}"/>
          </ac:spMkLst>
        </pc:spChg>
      </pc:sldChg>
      <pc:sldChg chg="modSp">
        <pc:chgData name="Richard Plotka" userId="ef763fd2d67452b5" providerId="LiveId" clId="{AFF4A8A1-5B04-4E42-B336-8A446A27F419}" dt="2023-09-04T22:40:25.668" v="9"/>
        <pc:sldMkLst>
          <pc:docMk/>
          <pc:sldMk cId="0" sldId="292"/>
        </pc:sldMkLst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92"/>
            <ac:spMk id="436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92"/>
            <ac:spMk id="437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92"/>
            <ac:spMk id="439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92"/>
            <ac:spMk id="440" creationId="{00000000-0000-0000-0000-000000000000}"/>
          </ac:spMkLst>
        </pc:spChg>
        <pc:spChg chg="mod">
          <ac:chgData name="Richard Plotka" userId="ef763fd2d67452b5" providerId="LiveId" clId="{AFF4A8A1-5B04-4E42-B336-8A446A27F419}" dt="2023-09-04T22:40:25.668" v="9"/>
          <ac:spMkLst>
            <pc:docMk/>
            <pc:sldMk cId="0" sldId="292"/>
            <ac:spMk id="441" creationId="{00000000-0000-0000-0000-000000000000}"/>
          </ac:spMkLst>
        </pc:spChg>
      </pc:sldChg>
      <pc:sldMasterChg chg="addSp delSp modSp mod modSldLayout">
        <pc:chgData name="Richard Plotka" userId="ef763fd2d67452b5" providerId="LiveId" clId="{AFF4A8A1-5B04-4E42-B336-8A446A27F419}" dt="2023-09-04T22:42:52.888" v="21"/>
        <pc:sldMasterMkLst>
          <pc:docMk/>
          <pc:sldMasterMk cId="0" sldId="2147483648"/>
        </pc:sldMasterMkLst>
        <pc:spChg chg="add del mod">
          <ac:chgData name="Richard Plotka" userId="ef763fd2d67452b5" providerId="LiveId" clId="{AFF4A8A1-5B04-4E42-B336-8A446A27F419}" dt="2023-09-04T22:42:52.888" v="21"/>
          <ac:spMkLst>
            <pc:docMk/>
            <pc:sldMasterMk cId="0" sldId="2147483648"/>
            <ac:spMk id="2" creationId="{13FE8E9F-4805-786C-E88C-6AD40BF17F40}"/>
          </ac:spMkLst>
        </pc:spChg>
        <pc:spChg chg="mod">
          <ac:chgData name="Richard Plotka" userId="ef763fd2d67452b5" providerId="LiveId" clId="{AFF4A8A1-5B04-4E42-B336-8A446A27F419}" dt="2023-09-04T22:41:48.638" v="19" actId="12"/>
          <ac:spMkLst>
            <pc:docMk/>
            <pc:sldMasterMk cId="0" sldId="2147483648"/>
            <ac:spMk id="11" creationId="{00000000-0000-0000-0000-000000000000}"/>
          </ac:spMkLst>
        </pc:spChg>
        <pc:sldLayoutChg chg="modSp mod">
          <pc:chgData name="Richard Plotka" userId="ef763fd2d67452b5" providerId="LiveId" clId="{AFF4A8A1-5B04-4E42-B336-8A446A27F419}" dt="2023-09-04T22:40:49.047" v="11"/>
          <pc:sldLayoutMkLst>
            <pc:docMk/>
            <pc:sldMasterMk cId="0" sldId="2147483648"/>
            <pc:sldLayoutMk cId="0" sldId="2147483650"/>
          </pc:sldLayoutMkLst>
          <pc:spChg chg="mod">
            <ac:chgData name="Richard Plotka" userId="ef763fd2d67452b5" providerId="LiveId" clId="{AFF4A8A1-5B04-4E42-B336-8A446A27F419}" dt="2023-09-04T22:40:49.047" v="11"/>
            <ac:spMkLst>
              <pc:docMk/>
              <pc:sldMasterMk cId="0" sldId="2147483648"/>
              <pc:sldLayoutMk cId="0" sldId="2147483650"/>
              <ac:spMk id="26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373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1" name="Google Shape;111;p1:notes"/>
          <p:cNvSpPr txBox="1">
            <a:spLocks noGrp="1"/>
          </p:cNvSpPr>
          <p:nvPr>
            <p:ph type="body" idx="1"/>
          </p:nvPr>
        </p:nvSpPr>
        <p:spPr>
          <a:xfrm>
            <a:off x="686360" y="4342535"/>
            <a:ext cx="5486681" cy="411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https://www.w3.org/standards/techs/html#drafts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9373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86360" y="4342534"/>
            <a:ext cx="5486681" cy="4033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Pg4-Ex</a:t>
            </a:r>
            <a:endParaRPr/>
          </a:p>
        </p:txBody>
      </p:sp>
      <p:sp>
        <p:nvSpPr>
          <p:cNvPr id="171" name="Google Shape;17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https://en.wikipedia.org/wiki/Cascading_Style_Sheets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Ex-Pg8</a:t>
            </a:r>
            <a:endParaRPr/>
          </a:p>
        </p:txBody>
      </p:sp>
      <p:sp>
        <p:nvSpPr>
          <p:cNvPr id="253" name="Google Shape;253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 &amp; CSS - ex1.html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Ex-Pg11</a:t>
            </a:r>
            <a:endParaRPr/>
          </a:p>
        </p:txBody>
      </p:sp>
      <p:sp>
        <p:nvSpPr>
          <p:cNvPr id="341" name="Google Shape;341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https://www.w3schools.com/</a:t>
            </a:r>
            <a:r>
              <a:rPr lang="en-US" dirty="0" err="1"/>
              <a:t>css</a:t>
            </a:r>
            <a:r>
              <a:rPr lang="en-US" dirty="0"/>
              <a:t>/css3_flexbox.asp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04119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9"/>
          <p:cNvSpPr/>
          <p:nvPr/>
        </p:nvSpPr>
        <p:spPr>
          <a:xfrm>
            <a:off x="1327680" y="971023"/>
            <a:ext cx="6488640" cy="2365448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0500" sy="100500" algn="ctr" rotWithShape="0">
              <a:srgbClr val="000000">
                <a:alpha val="49803"/>
              </a:srgbClr>
            </a:outerShdw>
          </a:effectLst>
        </p:spPr>
        <p:txBody>
          <a:bodyPr spcFirstLastPara="1" wrap="square" lIns="68550" tIns="34275" rIns="68550" bIns="34275" anchor="t" anchorCtr="0">
            <a:norm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None/>
            </a:pPr>
            <a:endParaRPr sz="2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9"/>
          <p:cNvSpPr txBox="1">
            <a:spLocks noGrp="1"/>
          </p:cNvSpPr>
          <p:nvPr>
            <p:ph type="ctrTitle"/>
          </p:nvPr>
        </p:nvSpPr>
        <p:spPr>
          <a:xfrm>
            <a:off x="1323360" y="964540"/>
            <a:ext cx="6498158" cy="2384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6DB7D7"/>
              </a:buClr>
              <a:buSzPts val="3795"/>
              <a:buFont typeface="Noto Sans Symbols"/>
              <a:buNone/>
              <a:defRPr sz="345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9"/>
          <p:cNvSpPr txBox="1">
            <a:spLocks noGrp="1"/>
          </p:cNvSpPr>
          <p:nvPr>
            <p:ph type="subTitle" idx="1"/>
          </p:nvPr>
        </p:nvSpPr>
        <p:spPr>
          <a:xfrm>
            <a:off x="1322923" y="3387787"/>
            <a:ext cx="6498159" cy="687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225"/>
              </a:spcBef>
              <a:spcAft>
                <a:spcPts val="0"/>
              </a:spcAft>
              <a:buClr>
                <a:srgbClr val="6DB7D7"/>
              </a:buClr>
              <a:buSzPts val="1485"/>
              <a:buFont typeface="Noto Sans Symbols"/>
              <a:buNone/>
              <a:defRPr sz="135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451"/>
              </a:spcBef>
              <a:spcAft>
                <a:spcPts val="0"/>
              </a:spcAft>
              <a:buSzPts val="1815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51"/>
              </a:spcBef>
              <a:spcAft>
                <a:spcPts val="0"/>
              </a:spcAft>
              <a:buSzPts val="165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51"/>
              </a:spcBef>
              <a:spcAft>
                <a:spcPts val="0"/>
              </a:spcAft>
              <a:buSzPts val="1485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51"/>
              </a:spcBef>
              <a:spcAft>
                <a:spcPts val="0"/>
              </a:spcAft>
              <a:buSzPts val="1485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4574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9"/>
          <p:cNvSpPr txBox="1">
            <a:spLocks noGrp="1"/>
          </p:cNvSpPr>
          <p:nvPr>
            <p:ph type="ftr" idx="11"/>
          </p:nvPr>
        </p:nvSpPr>
        <p:spPr>
          <a:xfrm>
            <a:off x="3486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sldNum" idx="12"/>
          </p:nvPr>
        </p:nvSpPr>
        <p:spPr>
          <a:xfrm>
            <a:off x="6057900" y="4767263"/>
            <a:ext cx="24574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>
  <p:cSld name="Title and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0"/>
          <p:cNvSpPr txBox="1">
            <a:spLocks noGrp="1"/>
          </p:cNvSpPr>
          <p:nvPr>
            <p:ph type="body" idx="1"/>
          </p:nvPr>
        </p:nvSpPr>
        <p:spPr>
          <a:xfrm>
            <a:off x="548641" y="1200006"/>
            <a:ext cx="8042400" cy="325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4330" algn="l">
              <a:spcBef>
                <a:spcPts val="1497"/>
              </a:spcBef>
              <a:spcAft>
                <a:spcPts val="0"/>
              </a:spcAft>
              <a:buSzPts val="1980"/>
              <a:buChar char="⚫"/>
              <a:defRPr/>
            </a:lvl1pPr>
            <a:lvl2pPr marL="914400" lvl="1" indent="-354330" algn="l">
              <a:spcBef>
                <a:spcPts val="451"/>
              </a:spcBef>
              <a:spcAft>
                <a:spcPts val="0"/>
              </a:spcAft>
              <a:buSzPts val="1980"/>
              <a:buChar char="⚫"/>
              <a:defRPr/>
            </a:lvl2pPr>
            <a:lvl3pPr marL="1371600" lvl="2" indent="-354330" algn="l">
              <a:spcBef>
                <a:spcPts val="451"/>
              </a:spcBef>
              <a:spcAft>
                <a:spcPts val="0"/>
              </a:spcAft>
              <a:buSzPts val="1980"/>
              <a:buChar char="⚫"/>
              <a:defRPr/>
            </a:lvl3pPr>
            <a:lvl4pPr marL="1828800" lvl="3" indent="-354330" algn="l">
              <a:spcBef>
                <a:spcPts val="451"/>
              </a:spcBef>
              <a:spcAft>
                <a:spcPts val="0"/>
              </a:spcAft>
              <a:buSzPts val="1980"/>
              <a:buChar char="⚫"/>
              <a:defRPr/>
            </a:lvl4pPr>
            <a:lvl5pPr marL="2286000" lvl="4" indent="-354329" algn="l">
              <a:spcBef>
                <a:spcPts val="451"/>
              </a:spcBef>
              <a:spcAft>
                <a:spcPts val="0"/>
              </a:spcAft>
              <a:buSzPts val="1980"/>
              <a:buChar char="⚫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lang="en-US" dirty="0"/>
          </a:p>
        </p:txBody>
      </p:sp>
      <p:sp>
        <p:nvSpPr>
          <p:cNvPr id="27" name="Google Shape;27;p40"/>
          <p:cNvSpPr txBox="1">
            <a:spLocks noGrp="1"/>
          </p:cNvSpPr>
          <p:nvPr>
            <p:ph type="title"/>
          </p:nvPr>
        </p:nvSpPr>
        <p:spPr>
          <a:xfrm>
            <a:off x="548641" y="81009"/>
            <a:ext cx="8042400" cy="1002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4574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0"/>
          <p:cNvSpPr txBox="1">
            <a:spLocks noGrp="1"/>
          </p:cNvSpPr>
          <p:nvPr>
            <p:ph type="ftr" idx="11"/>
          </p:nvPr>
        </p:nvSpPr>
        <p:spPr>
          <a:xfrm>
            <a:off x="3486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0"/>
          <p:cNvSpPr txBox="1">
            <a:spLocks noGrp="1"/>
          </p:cNvSpPr>
          <p:nvPr>
            <p:ph type="sldNum" idx="12"/>
          </p:nvPr>
        </p:nvSpPr>
        <p:spPr>
          <a:xfrm>
            <a:off x="6057900" y="4767263"/>
            <a:ext cx="24574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1"/>
          <p:cNvSpPr txBox="1">
            <a:spLocks noGrp="1"/>
          </p:cNvSpPr>
          <p:nvPr>
            <p:ph type="title"/>
          </p:nvPr>
        </p:nvSpPr>
        <p:spPr>
          <a:xfrm>
            <a:off x="548641" y="81009"/>
            <a:ext cx="8042400" cy="1002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4574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1"/>
          <p:cNvSpPr txBox="1">
            <a:spLocks noGrp="1"/>
          </p:cNvSpPr>
          <p:nvPr>
            <p:ph type="ftr" idx="11"/>
          </p:nvPr>
        </p:nvSpPr>
        <p:spPr>
          <a:xfrm>
            <a:off x="3486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1"/>
          <p:cNvSpPr txBox="1">
            <a:spLocks noGrp="1"/>
          </p:cNvSpPr>
          <p:nvPr>
            <p:ph type="sldNum" idx="12"/>
          </p:nvPr>
        </p:nvSpPr>
        <p:spPr>
          <a:xfrm>
            <a:off x="6057900" y="4767263"/>
            <a:ext cx="24574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2"/>
          <p:cNvSpPr txBox="1">
            <a:spLocks noGrp="1"/>
          </p:cNvSpPr>
          <p:nvPr>
            <p:ph type="title"/>
          </p:nvPr>
        </p:nvSpPr>
        <p:spPr>
          <a:xfrm>
            <a:off x="549275" y="80682"/>
            <a:ext cx="8042276" cy="1002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2"/>
          <p:cNvSpPr txBox="1">
            <a:spLocks noGrp="1"/>
          </p:cNvSpPr>
          <p:nvPr>
            <p:ph type="body" idx="1"/>
          </p:nvPr>
        </p:nvSpPr>
        <p:spPr>
          <a:xfrm>
            <a:off x="549275" y="1200151"/>
            <a:ext cx="3840480" cy="3257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375" algn="l">
              <a:spcBef>
                <a:spcPts val="1200"/>
              </a:spcBef>
              <a:spcAft>
                <a:spcPts val="0"/>
              </a:spcAft>
              <a:buSzPts val="1650"/>
              <a:buChar char="⚫"/>
              <a:defRPr sz="1500"/>
            </a:lvl1pPr>
            <a:lvl2pPr marL="914400" lvl="1" indent="-322897" algn="l">
              <a:spcBef>
                <a:spcPts val="451"/>
              </a:spcBef>
              <a:spcAft>
                <a:spcPts val="0"/>
              </a:spcAft>
              <a:buSzPts val="1485"/>
              <a:buChar char="⚫"/>
              <a:defRPr sz="1350"/>
            </a:lvl2pPr>
            <a:lvl3pPr marL="1371600" lvl="2" indent="-322897" algn="l">
              <a:spcBef>
                <a:spcPts val="451"/>
              </a:spcBef>
              <a:spcAft>
                <a:spcPts val="0"/>
              </a:spcAft>
              <a:buSzPts val="1485"/>
              <a:buChar char="⚫"/>
              <a:defRPr sz="1350"/>
            </a:lvl3pPr>
            <a:lvl4pPr marL="1828800" lvl="3" indent="-322897" algn="l">
              <a:spcBef>
                <a:spcPts val="451"/>
              </a:spcBef>
              <a:spcAft>
                <a:spcPts val="0"/>
              </a:spcAft>
              <a:buSzPts val="1485"/>
              <a:buChar char="⚫"/>
              <a:defRPr sz="1350"/>
            </a:lvl4pPr>
            <a:lvl5pPr marL="2286000" lvl="4" indent="-322897" algn="l">
              <a:spcBef>
                <a:spcPts val="451"/>
              </a:spcBef>
              <a:spcAft>
                <a:spcPts val="0"/>
              </a:spcAft>
              <a:buSzPts val="1485"/>
              <a:buChar char="⚫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39" name="Google Shape;39;p42"/>
          <p:cNvSpPr txBox="1">
            <a:spLocks noGrp="1"/>
          </p:cNvSpPr>
          <p:nvPr>
            <p:ph type="body" idx="2"/>
          </p:nvPr>
        </p:nvSpPr>
        <p:spPr>
          <a:xfrm>
            <a:off x="4751072" y="1200151"/>
            <a:ext cx="3840480" cy="3257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375" algn="l">
              <a:spcBef>
                <a:spcPts val="1200"/>
              </a:spcBef>
              <a:spcAft>
                <a:spcPts val="0"/>
              </a:spcAft>
              <a:buSzPts val="1650"/>
              <a:buChar char="⚫"/>
              <a:defRPr sz="1500"/>
            </a:lvl1pPr>
            <a:lvl2pPr marL="914400" lvl="1" indent="-322897" algn="l">
              <a:spcBef>
                <a:spcPts val="451"/>
              </a:spcBef>
              <a:spcAft>
                <a:spcPts val="0"/>
              </a:spcAft>
              <a:buSzPts val="1485"/>
              <a:buChar char="⚫"/>
              <a:defRPr sz="1350"/>
            </a:lvl2pPr>
            <a:lvl3pPr marL="1371600" lvl="2" indent="-322897" algn="l">
              <a:spcBef>
                <a:spcPts val="451"/>
              </a:spcBef>
              <a:spcAft>
                <a:spcPts val="0"/>
              </a:spcAft>
              <a:buSzPts val="1485"/>
              <a:buChar char="⚫"/>
              <a:defRPr sz="1350"/>
            </a:lvl3pPr>
            <a:lvl4pPr marL="1828800" lvl="3" indent="-322897" algn="l">
              <a:spcBef>
                <a:spcPts val="451"/>
              </a:spcBef>
              <a:spcAft>
                <a:spcPts val="0"/>
              </a:spcAft>
              <a:buSzPts val="1485"/>
              <a:buChar char="⚫"/>
              <a:defRPr sz="1350"/>
            </a:lvl4pPr>
            <a:lvl5pPr marL="2286000" lvl="4" indent="-322897" algn="l">
              <a:spcBef>
                <a:spcPts val="451"/>
              </a:spcBef>
              <a:spcAft>
                <a:spcPts val="0"/>
              </a:spcAft>
              <a:buSzPts val="1485"/>
              <a:buChar char="⚫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40" name="Google Shape;40;p4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4574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2"/>
          <p:cNvSpPr txBox="1">
            <a:spLocks noGrp="1"/>
          </p:cNvSpPr>
          <p:nvPr>
            <p:ph type="ftr" idx="11"/>
          </p:nvPr>
        </p:nvSpPr>
        <p:spPr>
          <a:xfrm>
            <a:off x="3486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2"/>
          <p:cNvSpPr txBox="1">
            <a:spLocks noGrp="1"/>
          </p:cNvSpPr>
          <p:nvPr>
            <p:ph type="sldNum" idx="12"/>
          </p:nvPr>
        </p:nvSpPr>
        <p:spPr>
          <a:xfrm>
            <a:off x="6057900" y="4767263"/>
            <a:ext cx="24574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4574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3"/>
          <p:cNvSpPr txBox="1">
            <a:spLocks noGrp="1"/>
          </p:cNvSpPr>
          <p:nvPr>
            <p:ph type="ftr" idx="11"/>
          </p:nvPr>
        </p:nvSpPr>
        <p:spPr>
          <a:xfrm>
            <a:off x="3486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3"/>
          <p:cNvSpPr txBox="1">
            <a:spLocks noGrp="1"/>
          </p:cNvSpPr>
          <p:nvPr>
            <p:ph type="sldNum" idx="12"/>
          </p:nvPr>
        </p:nvSpPr>
        <p:spPr>
          <a:xfrm>
            <a:off x="6057900" y="4767263"/>
            <a:ext cx="24574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Comparison">
  <p:cSld name="1_Comparison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4"/>
          <p:cNvSpPr txBox="1">
            <a:spLocks noGrp="1"/>
          </p:cNvSpPr>
          <p:nvPr>
            <p:ph type="body" idx="1"/>
          </p:nvPr>
        </p:nvSpPr>
        <p:spPr>
          <a:xfrm>
            <a:off x="549274" y="321469"/>
            <a:ext cx="3840481" cy="56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0"/>
              </a:spcBef>
              <a:spcAft>
                <a:spcPts val="0"/>
              </a:spcAft>
              <a:buSzPts val="1980"/>
              <a:buNone/>
              <a:defRPr sz="1800" b="0">
                <a:solidFill>
                  <a:srgbClr val="205C77"/>
                </a:solidFill>
              </a:defRPr>
            </a:lvl1pPr>
            <a:lvl2pPr marL="914400" lvl="1" indent="-228600" algn="l">
              <a:spcBef>
                <a:spcPts val="451"/>
              </a:spcBef>
              <a:spcAft>
                <a:spcPts val="0"/>
              </a:spcAft>
              <a:buSzPts val="1650"/>
              <a:buNone/>
              <a:defRPr sz="1500" b="1"/>
            </a:lvl2pPr>
            <a:lvl3pPr marL="1371600" lvl="2" indent="-228600" algn="l">
              <a:spcBef>
                <a:spcPts val="451"/>
              </a:spcBef>
              <a:spcAft>
                <a:spcPts val="0"/>
              </a:spcAft>
              <a:buSzPts val="1485"/>
              <a:buNone/>
              <a:defRPr sz="1350" b="1"/>
            </a:lvl3pPr>
            <a:lvl4pPr marL="1828800" lvl="3" indent="-228600" algn="l">
              <a:spcBef>
                <a:spcPts val="451"/>
              </a:spcBef>
              <a:spcAft>
                <a:spcPts val="0"/>
              </a:spcAft>
              <a:buSzPts val="1320"/>
              <a:buNone/>
              <a:defRPr sz="1200" b="1"/>
            </a:lvl4pPr>
            <a:lvl5pPr marL="2286000" lvl="4" indent="-228600" algn="l">
              <a:spcBef>
                <a:spcPts val="451"/>
              </a:spcBef>
              <a:spcAft>
                <a:spcPts val="0"/>
              </a:spcAft>
              <a:buSzPts val="132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44"/>
          <p:cNvSpPr txBox="1">
            <a:spLocks noGrp="1"/>
          </p:cNvSpPr>
          <p:nvPr>
            <p:ph type="body" idx="2"/>
          </p:nvPr>
        </p:nvSpPr>
        <p:spPr>
          <a:xfrm>
            <a:off x="549274" y="1044774"/>
            <a:ext cx="3840481" cy="3412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70510" algn="l">
              <a:spcBef>
                <a:spcPts val="1200"/>
              </a:spcBef>
              <a:spcAft>
                <a:spcPts val="0"/>
              </a:spcAft>
              <a:buSzPts val="660"/>
              <a:buChar char="⚫"/>
              <a:defRPr sz="600"/>
            </a:lvl1pPr>
            <a:lvl2pPr marL="914400" lvl="1" indent="-270510" algn="l">
              <a:spcBef>
                <a:spcPts val="451"/>
              </a:spcBef>
              <a:spcAft>
                <a:spcPts val="0"/>
              </a:spcAft>
              <a:buSzPts val="660"/>
              <a:buChar char="⚫"/>
              <a:defRPr sz="600"/>
            </a:lvl2pPr>
            <a:lvl3pPr marL="1371600" lvl="2" indent="-270510" algn="l">
              <a:spcBef>
                <a:spcPts val="451"/>
              </a:spcBef>
              <a:spcAft>
                <a:spcPts val="0"/>
              </a:spcAft>
              <a:buSzPts val="660"/>
              <a:buChar char="⚫"/>
              <a:defRPr sz="600"/>
            </a:lvl3pPr>
            <a:lvl4pPr marL="1828800" lvl="3" indent="-270510" algn="l">
              <a:spcBef>
                <a:spcPts val="451"/>
              </a:spcBef>
              <a:spcAft>
                <a:spcPts val="0"/>
              </a:spcAft>
              <a:buSzPts val="660"/>
              <a:buChar char="⚫"/>
              <a:defRPr sz="600"/>
            </a:lvl4pPr>
            <a:lvl5pPr marL="2286000" lvl="4" indent="-270510" algn="l">
              <a:spcBef>
                <a:spcPts val="451"/>
              </a:spcBef>
              <a:spcAft>
                <a:spcPts val="0"/>
              </a:spcAft>
              <a:buSzPts val="660"/>
              <a:buChar char="⚫"/>
              <a:defRPr sz="6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50" name="Google Shape;50;p44"/>
          <p:cNvSpPr txBox="1">
            <a:spLocks noGrp="1"/>
          </p:cNvSpPr>
          <p:nvPr>
            <p:ph type="body" idx="3"/>
          </p:nvPr>
        </p:nvSpPr>
        <p:spPr>
          <a:xfrm>
            <a:off x="4751071" y="321469"/>
            <a:ext cx="3840481" cy="56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0"/>
              </a:spcBef>
              <a:spcAft>
                <a:spcPts val="0"/>
              </a:spcAft>
              <a:buSzPts val="1980"/>
              <a:buNone/>
              <a:defRPr sz="1800" b="0">
                <a:solidFill>
                  <a:srgbClr val="205C77"/>
                </a:solidFill>
              </a:defRPr>
            </a:lvl1pPr>
            <a:lvl2pPr marL="914400" lvl="1" indent="-228600" algn="l">
              <a:spcBef>
                <a:spcPts val="451"/>
              </a:spcBef>
              <a:spcAft>
                <a:spcPts val="0"/>
              </a:spcAft>
              <a:buSzPts val="1650"/>
              <a:buNone/>
              <a:defRPr sz="1500" b="1"/>
            </a:lvl2pPr>
            <a:lvl3pPr marL="1371600" lvl="2" indent="-228600" algn="l">
              <a:spcBef>
                <a:spcPts val="451"/>
              </a:spcBef>
              <a:spcAft>
                <a:spcPts val="0"/>
              </a:spcAft>
              <a:buSzPts val="1485"/>
              <a:buNone/>
              <a:defRPr sz="1350" b="1"/>
            </a:lvl3pPr>
            <a:lvl4pPr marL="1828800" lvl="3" indent="-228600" algn="l">
              <a:spcBef>
                <a:spcPts val="451"/>
              </a:spcBef>
              <a:spcAft>
                <a:spcPts val="0"/>
              </a:spcAft>
              <a:buSzPts val="1320"/>
              <a:buNone/>
              <a:defRPr sz="1200" b="1"/>
            </a:lvl4pPr>
            <a:lvl5pPr marL="2286000" lvl="4" indent="-228600" algn="l">
              <a:spcBef>
                <a:spcPts val="451"/>
              </a:spcBef>
              <a:spcAft>
                <a:spcPts val="0"/>
              </a:spcAft>
              <a:buSzPts val="132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44"/>
          <p:cNvSpPr txBox="1">
            <a:spLocks noGrp="1"/>
          </p:cNvSpPr>
          <p:nvPr>
            <p:ph type="body" idx="4"/>
          </p:nvPr>
        </p:nvSpPr>
        <p:spPr>
          <a:xfrm>
            <a:off x="4751071" y="1044774"/>
            <a:ext cx="3840481" cy="3412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70510" algn="l">
              <a:spcBef>
                <a:spcPts val="1200"/>
              </a:spcBef>
              <a:spcAft>
                <a:spcPts val="0"/>
              </a:spcAft>
              <a:buSzPts val="660"/>
              <a:buFont typeface="Source Sans Pro"/>
              <a:buAutoNum type="arabicPeriod"/>
              <a:defRPr sz="600"/>
            </a:lvl1pPr>
            <a:lvl2pPr marL="914400" lvl="1" indent="-270510" algn="l">
              <a:spcBef>
                <a:spcPts val="451"/>
              </a:spcBef>
              <a:spcAft>
                <a:spcPts val="0"/>
              </a:spcAft>
              <a:buSzPts val="660"/>
              <a:buFont typeface="Source Sans Pro"/>
              <a:buAutoNum type="arabicPeriod"/>
              <a:defRPr sz="600"/>
            </a:lvl2pPr>
            <a:lvl3pPr marL="1371600" lvl="2" indent="-270510" algn="l">
              <a:spcBef>
                <a:spcPts val="451"/>
              </a:spcBef>
              <a:spcAft>
                <a:spcPts val="0"/>
              </a:spcAft>
              <a:buSzPts val="660"/>
              <a:buFont typeface="Source Sans Pro"/>
              <a:buAutoNum type="arabicPeriod"/>
              <a:defRPr sz="600"/>
            </a:lvl3pPr>
            <a:lvl4pPr marL="1828800" lvl="3" indent="-270510" algn="l">
              <a:spcBef>
                <a:spcPts val="451"/>
              </a:spcBef>
              <a:spcAft>
                <a:spcPts val="0"/>
              </a:spcAft>
              <a:buSzPts val="660"/>
              <a:buFont typeface="Source Sans Pro"/>
              <a:buAutoNum type="arabicPeriod"/>
              <a:defRPr sz="600"/>
            </a:lvl4pPr>
            <a:lvl5pPr marL="2286000" lvl="4" indent="-270510" algn="l">
              <a:spcBef>
                <a:spcPts val="451"/>
              </a:spcBef>
              <a:spcAft>
                <a:spcPts val="0"/>
              </a:spcAft>
              <a:buSzPts val="660"/>
              <a:buFont typeface="Source Sans Pro"/>
              <a:buAutoNum type="arabicPeriod"/>
              <a:defRPr sz="6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52" name="Google Shape;52;p4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4574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4"/>
          <p:cNvSpPr txBox="1">
            <a:spLocks noGrp="1"/>
          </p:cNvSpPr>
          <p:nvPr>
            <p:ph type="ftr" idx="11"/>
          </p:nvPr>
        </p:nvSpPr>
        <p:spPr>
          <a:xfrm>
            <a:off x="3486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4"/>
          <p:cNvSpPr txBox="1">
            <a:spLocks noGrp="1"/>
          </p:cNvSpPr>
          <p:nvPr>
            <p:ph type="sldNum" idx="12"/>
          </p:nvPr>
        </p:nvSpPr>
        <p:spPr>
          <a:xfrm>
            <a:off x="6057900" y="4767263"/>
            <a:ext cx="24574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with Picture">
  <p:cSld name="Title Slide with Picture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5"/>
          <p:cNvSpPr txBox="1">
            <a:spLocks noGrp="1"/>
          </p:cNvSpPr>
          <p:nvPr>
            <p:ph type="ctrTitle"/>
          </p:nvPr>
        </p:nvSpPr>
        <p:spPr>
          <a:xfrm>
            <a:off x="363540" y="2514602"/>
            <a:ext cx="8416925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5"/>
          <p:cNvSpPr txBox="1">
            <a:spLocks noGrp="1"/>
          </p:cNvSpPr>
          <p:nvPr>
            <p:ph type="subTitle" idx="1"/>
          </p:nvPr>
        </p:nvSpPr>
        <p:spPr>
          <a:xfrm>
            <a:off x="363540" y="3578272"/>
            <a:ext cx="8416925" cy="729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225"/>
              </a:spcBef>
              <a:spcAft>
                <a:spcPts val="0"/>
              </a:spcAft>
              <a:buSzPts val="1485"/>
              <a:buNone/>
              <a:defRPr sz="1350">
                <a:solidFill>
                  <a:srgbClr val="888888"/>
                </a:solidFill>
              </a:defRPr>
            </a:lvl1pPr>
            <a:lvl2pPr lvl="1" algn="ctr">
              <a:spcBef>
                <a:spcPts val="451"/>
              </a:spcBef>
              <a:spcAft>
                <a:spcPts val="0"/>
              </a:spcAft>
              <a:buSzPts val="1815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51"/>
              </a:spcBef>
              <a:spcAft>
                <a:spcPts val="0"/>
              </a:spcAft>
              <a:buSzPts val="165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51"/>
              </a:spcBef>
              <a:spcAft>
                <a:spcPts val="0"/>
              </a:spcAft>
              <a:buSzPts val="1485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51"/>
              </a:spcBef>
              <a:spcAft>
                <a:spcPts val="0"/>
              </a:spcAft>
              <a:buSzPts val="1485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45"/>
          <p:cNvSpPr>
            <a:spLocks noGrp="1"/>
          </p:cNvSpPr>
          <p:nvPr>
            <p:ph type="pic" idx="2"/>
          </p:nvPr>
        </p:nvSpPr>
        <p:spPr>
          <a:xfrm>
            <a:off x="370980" y="272653"/>
            <a:ext cx="8402040" cy="212764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0500" sy="100500" algn="ctr" rotWithShape="0">
              <a:srgbClr val="000000">
                <a:alpha val="49803"/>
              </a:srgbClr>
            </a:outerShdw>
          </a:effectLst>
        </p:spPr>
      </p:sp>
      <p:sp>
        <p:nvSpPr>
          <p:cNvPr id="59" name="Google Shape;59;p4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4574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5"/>
          <p:cNvSpPr txBox="1">
            <a:spLocks noGrp="1"/>
          </p:cNvSpPr>
          <p:nvPr>
            <p:ph type="ftr" idx="11"/>
          </p:nvPr>
        </p:nvSpPr>
        <p:spPr>
          <a:xfrm>
            <a:off x="3486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5"/>
          <p:cNvSpPr txBox="1">
            <a:spLocks noGrp="1"/>
          </p:cNvSpPr>
          <p:nvPr>
            <p:ph type="sldNum" idx="12"/>
          </p:nvPr>
        </p:nvSpPr>
        <p:spPr>
          <a:xfrm>
            <a:off x="6057900" y="4767263"/>
            <a:ext cx="24574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6"/>
          <p:cNvSpPr txBox="1">
            <a:spLocks noGrp="1"/>
          </p:cNvSpPr>
          <p:nvPr>
            <p:ph type="title"/>
          </p:nvPr>
        </p:nvSpPr>
        <p:spPr>
          <a:xfrm>
            <a:off x="549277" y="1802359"/>
            <a:ext cx="8056563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450" b="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6"/>
          <p:cNvSpPr txBox="1">
            <a:spLocks noGrp="1"/>
          </p:cNvSpPr>
          <p:nvPr>
            <p:ph type="body" idx="1"/>
          </p:nvPr>
        </p:nvSpPr>
        <p:spPr>
          <a:xfrm>
            <a:off x="549277" y="2802004"/>
            <a:ext cx="8056563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225"/>
              </a:spcBef>
              <a:spcAft>
                <a:spcPts val="0"/>
              </a:spcAft>
              <a:buSzPts val="1485"/>
              <a:buNone/>
              <a:defRPr sz="135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451"/>
              </a:spcBef>
              <a:spcAft>
                <a:spcPts val="0"/>
              </a:spcAft>
              <a:buSzPts val="1485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451"/>
              </a:spcBef>
              <a:spcAft>
                <a:spcPts val="0"/>
              </a:spcAft>
              <a:buSzPts val="132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451"/>
              </a:spcBef>
              <a:spcAft>
                <a:spcPts val="0"/>
              </a:spcAft>
              <a:buSzPts val="1155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451"/>
              </a:spcBef>
              <a:spcAft>
                <a:spcPts val="0"/>
              </a:spcAft>
              <a:buSzPts val="1155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4574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6"/>
          <p:cNvSpPr txBox="1">
            <a:spLocks noGrp="1"/>
          </p:cNvSpPr>
          <p:nvPr>
            <p:ph type="ftr" idx="11"/>
          </p:nvPr>
        </p:nvSpPr>
        <p:spPr>
          <a:xfrm>
            <a:off x="3486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6"/>
          <p:cNvSpPr txBox="1">
            <a:spLocks noGrp="1"/>
          </p:cNvSpPr>
          <p:nvPr>
            <p:ph type="sldNum" idx="12"/>
          </p:nvPr>
        </p:nvSpPr>
        <p:spPr>
          <a:xfrm>
            <a:off x="6057900" y="4767263"/>
            <a:ext cx="24574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7"/>
          <p:cNvSpPr txBox="1">
            <a:spLocks noGrp="1"/>
          </p:cNvSpPr>
          <p:nvPr>
            <p:ph type="title"/>
          </p:nvPr>
        </p:nvSpPr>
        <p:spPr>
          <a:xfrm>
            <a:off x="549274" y="80682"/>
            <a:ext cx="8042276" cy="1002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7"/>
          <p:cNvSpPr txBox="1">
            <a:spLocks noGrp="1"/>
          </p:cNvSpPr>
          <p:nvPr>
            <p:ph type="body" idx="1"/>
          </p:nvPr>
        </p:nvSpPr>
        <p:spPr>
          <a:xfrm>
            <a:off x="549274" y="1089919"/>
            <a:ext cx="3840480" cy="56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0"/>
              </a:spcBef>
              <a:spcAft>
                <a:spcPts val="0"/>
              </a:spcAft>
              <a:buSzPts val="1980"/>
              <a:buNone/>
              <a:defRPr sz="1800" b="0">
                <a:solidFill>
                  <a:srgbClr val="6DB7D7"/>
                </a:solidFill>
              </a:defRPr>
            </a:lvl1pPr>
            <a:lvl2pPr marL="914400" lvl="1" indent="-228600" algn="l">
              <a:spcBef>
                <a:spcPts val="451"/>
              </a:spcBef>
              <a:spcAft>
                <a:spcPts val="0"/>
              </a:spcAft>
              <a:buSzPts val="1650"/>
              <a:buNone/>
              <a:defRPr sz="1500" b="1"/>
            </a:lvl2pPr>
            <a:lvl3pPr marL="1371600" lvl="2" indent="-228600" algn="l">
              <a:spcBef>
                <a:spcPts val="451"/>
              </a:spcBef>
              <a:spcAft>
                <a:spcPts val="0"/>
              </a:spcAft>
              <a:buSzPts val="1485"/>
              <a:buNone/>
              <a:defRPr sz="1350" b="1"/>
            </a:lvl3pPr>
            <a:lvl4pPr marL="1828800" lvl="3" indent="-228600" algn="l">
              <a:spcBef>
                <a:spcPts val="451"/>
              </a:spcBef>
              <a:spcAft>
                <a:spcPts val="0"/>
              </a:spcAft>
              <a:buSzPts val="1320"/>
              <a:buNone/>
              <a:defRPr sz="1200" b="1"/>
            </a:lvl4pPr>
            <a:lvl5pPr marL="2286000" lvl="4" indent="-228600" algn="l">
              <a:spcBef>
                <a:spcPts val="451"/>
              </a:spcBef>
              <a:spcAft>
                <a:spcPts val="0"/>
              </a:spcAft>
              <a:buSzPts val="132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71" name="Google Shape;71;p47"/>
          <p:cNvSpPr txBox="1">
            <a:spLocks noGrp="1"/>
          </p:cNvSpPr>
          <p:nvPr>
            <p:ph type="body" idx="2"/>
          </p:nvPr>
        </p:nvSpPr>
        <p:spPr>
          <a:xfrm>
            <a:off x="549274" y="1760562"/>
            <a:ext cx="3840480" cy="2697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375" algn="l">
              <a:spcBef>
                <a:spcPts val="1200"/>
              </a:spcBef>
              <a:spcAft>
                <a:spcPts val="0"/>
              </a:spcAft>
              <a:buSzPts val="1650"/>
              <a:buChar char="⚫"/>
              <a:defRPr sz="1500"/>
            </a:lvl1pPr>
            <a:lvl2pPr marL="914400" lvl="1" indent="-322897" algn="l">
              <a:spcBef>
                <a:spcPts val="451"/>
              </a:spcBef>
              <a:spcAft>
                <a:spcPts val="0"/>
              </a:spcAft>
              <a:buSzPts val="1485"/>
              <a:buChar char="⚫"/>
              <a:defRPr sz="1350"/>
            </a:lvl2pPr>
            <a:lvl3pPr marL="1371600" lvl="2" indent="-322897" algn="l">
              <a:spcBef>
                <a:spcPts val="451"/>
              </a:spcBef>
              <a:spcAft>
                <a:spcPts val="0"/>
              </a:spcAft>
              <a:buSzPts val="1485"/>
              <a:buChar char="⚫"/>
              <a:defRPr sz="1350"/>
            </a:lvl3pPr>
            <a:lvl4pPr marL="1828800" lvl="3" indent="-322897" algn="l">
              <a:spcBef>
                <a:spcPts val="451"/>
              </a:spcBef>
              <a:spcAft>
                <a:spcPts val="0"/>
              </a:spcAft>
              <a:buSzPts val="1485"/>
              <a:buChar char="⚫"/>
              <a:defRPr sz="1350"/>
            </a:lvl4pPr>
            <a:lvl5pPr marL="2286000" lvl="4" indent="-322897" algn="l">
              <a:spcBef>
                <a:spcPts val="451"/>
              </a:spcBef>
              <a:spcAft>
                <a:spcPts val="0"/>
              </a:spcAft>
              <a:buSzPts val="1485"/>
              <a:buChar char="⚫"/>
              <a:defRPr sz="135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72" name="Google Shape;72;p47"/>
          <p:cNvSpPr txBox="1">
            <a:spLocks noGrp="1"/>
          </p:cNvSpPr>
          <p:nvPr>
            <p:ph type="body" idx="3"/>
          </p:nvPr>
        </p:nvSpPr>
        <p:spPr>
          <a:xfrm>
            <a:off x="4751070" y="1089919"/>
            <a:ext cx="3840480" cy="56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0"/>
              </a:spcBef>
              <a:spcAft>
                <a:spcPts val="0"/>
              </a:spcAft>
              <a:buSzPts val="1980"/>
              <a:buNone/>
              <a:defRPr sz="1800" b="0">
                <a:solidFill>
                  <a:srgbClr val="6DB7D7"/>
                </a:solidFill>
              </a:defRPr>
            </a:lvl1pPr>
            <a:lvl2pPr marL="914400" lvl="1" indent="-228600" algn="l">
              <a:spcBef>
                <a:spcPts val="451"/>
              </a:spcBef>
              <a:spcAft>
                <a:spcPts val="0"/>
              </a:spcAft>
              <a:buSzPts val="1650"/>
              <a:buNone/>
              <a:defRPr sz="1500" b="1"/>
            </a:lvl2pPr>
            <a:lvl3pPr marL="1371600" lvl="2" indent="-228600" algn="l">
              <a:spcBef>
                <a:spcPts val="451"/>
              </a:spcBef>
              <a:spcAft>
                <a:spcPts val="0"/>
              </a:spcAft>
              <a:buSzPts val="1485"/>
              <a:buNone/>
              <a:defRPr sz="1350" b="1"/>
            </a:lvl3pPr>
            <a:lvl4pPr marL="1828800" lvl="3" indent="-228600" algn="l">
              <a:spcBef>
                <a:spcPts val="451"/>
              </a:spcBef>
              <a:spcAft>
                <a:spcPts val="0"/>
              </a:spcAft>
              <a:buSzPts val="1320"/>
              <a:buNone/>
              <a:defRPr sz="1200" b="1"/>
            </a:lvl4pPr>
            <a:lvl5pPr marL="2286000" lvl="4" indent="-228600" algn="l">
              <a:spcBef>
                <a:spcPts val="451"/>
              </a:spcBef>
              <a:spcAft>
                <a:spcPts val="0"/>
              </a:spcAft>
              <a:buSzPts val="132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73" name="Google Shape;73;p47"/>
          <p:cNvSpPr txBox="1">
            <a:spLocks noGrp="1"/>
          </p:cNvSpPr>
          <p:nvPr>
            <p:ph type="body" idx="4"/>
          </p:nvPr>
        </p:nvSpPr>
        <p:spPr>
          <a:xfrm>
            <a:off x="4751070" y="1760562"/>
            <a:ext cx="3840480" cy="2697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375" algn="l">
              <a:spcBef>
                <a:spcPts val="1200"/>
              </a:spcBef>
              <a:spcAft>
                <a:spcPts val="0"/>
              </a:spcAft>
              <a:buSzPts val="1650"/>
              <a:buChar char="⚫"/>
              <a:defRPr sz="1500"/>
            </a:lvl1pPr>
            <a:lvl2pPr marL="914400" lvl="1" indent="-322897" algn="l">
              <a:spcBef>
                <a:spcPts val="451"/>
              </a:spcBef>
              <a:spcAft>
                <a:spcPts val="0"/>
              </a:spcAft>
              <a:buSzPts val="1485"/>
              <a:buChar char="⚫"/>
              <a:defRPr sz="1350"/>
            </a:lvl2pPr>
            <a:lvl3pPr marL="1371600" lvl="2" indent="-322897" algn="l">
              <a:spcBef>
                <a:spcPts val="451"/>
              </a:spcBef>
              <a:spcAft>
                <a:spcPts val="0"/>
              </a:spcAft>
              <a:buSzPts val="1485"/>
              <a:buChar char="⚫"/>
              <a:defRPr sz="1350"/>
            </a:lvl3pPr>
            <a:lvl4pPr marL="1828800" lvl="3" indent="-322897" algn="l">
              <a:spcBef>
                <a:spcPts val="451"/>
              </a:spcBef>
              <a:spcAft>
                <a:spcPts val="0"/>
              </a:spcAft>
              <a:buSzPts val="1485"/>
              <a:buChar char="⚫"/>
              <a:defRPr sz="1350"/>
            </a:lvl4pPr>
            <a:lvl5pPr marL="2286000" lvl="4" indent="-322897" algn="l">
              <a:spcBef>
                <a:spcPts val="451"/>
              </a:spcBef>
              <a:spcAft>
                <a:spcPts val="0"/>
              </a:spcAft>
              <a:buSzPts val="1485"/>
              <a:buChar char="⚫"/>
              <a:defRPr sz="135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74" name="Google Shape;74;p4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4574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7"/>
          <p:cNvSpPr txBox="1">
            <a:spLocks noGrp="1"/>
          </p:cNvSpPr>
          <p:nvPr>
            <p:ph type="ftr" idx="11"/>
          </p:nvPr>
        </p:nvSpPr>
        <p:spPr>
          <a:xfrm>
            <a:off x="3486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7"/>
          <p:cNvSpPr txBox="1">
            <a:spLocks noGrp="1"/>
          </p:cNvSpPr>
          <p:nvPr>
            <p:ph type="sldNum" idx="12"/>
          </p:nvPr>
        </p:nvSpPr>
        <p:spPr>
          <a:xfrm>
            <a:off x="6057900" y="4767263"/>
            <a:ext cx="24574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8"/>
          <p:cNvSpPr txBox="1">
            <a:spLocks noGrp="1"/>
          </p:cNvSpPr>
          <p:nvPr>
            <p:ph type="title"/>
          </p:nvPr>
        </p:nvSpPr>
        <p:spPr>
          <a:xfrm>
            <a:off x="533399" y="458905"/>
            <a:ext cx="3840480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8"/>
          <p:cNvSpPr txBox="1">
            <a:spLocks noGrp="1"/>
          </p:cNvSpPr>
          <p:nvPr>
            <p:ph type="body" idx="1"/>
          </p:nvPr>
        </p:nvSpPr>
        <p:spPr>
          <a:xfrm>
            <a:off x="4742825" y="276225"/>
            <a:ext cx="3840480" cy="418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3852" algn="l">
              <a:spcBef>
                <a:spcPts val="1500"/>
              </a:spcBef>
              <a:spcAft>
                <a:spcPts val="0"/>
              </a:spcAft>
              <a:buSzPts val="1815"/>
              <a:buChar char="⚫"/>
              <a:defRPr sz="1650"/>
            </a:lvl1pPr>
            <a:lvl2pPr marL="914400" lvl="1" indent="-333375" algn="l">
              <a:spcBef>
                <a:spcPts val="451"/>
              </a:spcBef>
              <a:spcAft>
                <a:spcPts val="0"/>
              </a:spcAft>
              <a:buSzPts val="1650"/>
              <a:buChar char="⚫"/>
              <a:defRPr sz="1500"/>
            </a:lvl2pPr>
            <a:lvl3pPr marL="1371600" lvl="2" indent="-322897" algn="l">
              <a:spcBef>
                <a:spcPts val="451"/>
              </a:spcBef>
              <a:spcAft>
                <a:spcPts val="0"/>
              </a:spcAft>
              <a:buSzPts val="1485"/>
              <a:buChar char="⚫"/>
              <a:defRPr sz="1350"/>
            </a:lvl3pPr>
            <a:lvl4pPr marL="1828800" lvl="3" indent="-322897" algn="l">
              <a:spcBef>
                <a:spcPts val="451"/>
              </a:spcBef>
              <a:spcAft>
                <a:spcPts val="0"/>
              </a:spcAft>
              <a:buSzPts val="1485"/>
              <a:buChar char="⚫"/>
              <a:defRPr sz="1350"/>
            </a:lvl4pPr>
            <a:lvl5pPr marL="2286000" lvl="4" indent="-322897" algn="l">
              <a:spcBef>
                <a:spcPts val="451"/>
              </a:spcBef>
              <a:spcAft>
                <a:spcPts val="0"/>
              </a:spcAft>
              <a:buSzPts val="1485"/>
              <a:buChar char="⚫"/>
              <a:defRPr sz="135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80" name="Google Shape;80;p48"/>
          <p:cNvSpPr txBox="1">
            <a:spLocks noGrp="1"/>
          </p:cNvSpPr>
          <p:nvPr>
            <p:ph type="body" idx="2"/>
          </p:nvPr>
        </p:nvSpPr>
        <p:spPr>
          <a:xfrm>
            <a:off x="533399" y="1340892"/>
            <a:ext cx="3840480" cy="2790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1497"/>
              </a:spcBef>
              <a:spcAft>
                <a:spcPts val="0"/>
              </a:spcAft>
              <a:buSzPts val="1485"/>
              <a:buNone/>
              <a:defRPr sz="1350"/>
            </a:lvl1pPr>
            <a:lvl2pPr marL="914400" lvl="1" indent="-228600" algn="l">
              <a:spcBef>
                <a:spcPts val="451"/>
              </a:spcBef>
              <a:spcAft>
                <a:spcPts val="0"/>
              </a:spcAft>
              <a:buSzPts val="990"/>
              <a:buNone/>
              <a:defRPr sz="900"/>
            </a:lvl2pPr>
            <a:lvl3pPr marL="1371600" lvl="2" indent="-228600" algn="l">
              <a:spcBef>
                <a:spcPts val="451"/>
              </a:spcBef>
              <a:spcAft>
                <a:spcPts val="0"/>
              </a:spcAft>
              <a:buSzPts val="825"/>
              <a:buNone/>
              <a:defRPr sz="750"/>
            </a:lvl3pPr>
            <a:lvl4pPr marL="1828800" lvl="3" indent="-228600" algn="l">
              <a:spcBef>
                <a:spcPts val="451"/>
              </a:spcBef>
              <a:spcAft>
                <a:spcPts val="0"/>
              </a:spcAft>
              <a:buSzPts val="743"/>
              <a:buNone/>
              <a:defRPr sz="675"/>
            </a:lvl4pPr>
            <a:lvl5pPr marL="2286000" lvl="4" indent="-228600" algn="l">
              <a:spcBef>
                <a:spcPts val="451"/>
              </a:spcBef>
              <a:spcAft>
                <a:spcPts val="0"/>
              </a:spcAft>
              <a:buSzPts val="743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81" name="Google Shape;81;p4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4574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8"/>
          <p:cNvSpPr txBox="1">
            <a:spLocks noGrp="1"/>
          </p:cNvSpPr>
          <p:nvPr>
            <p:ph type="ftr" idx="11"/>
          </p:nvPr>
        </p:nvSpPr>
        <p:spPr>
          <a:xfrm>
            <a:off x="3486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8"/>
          <p:cNvSpPr txBox="1">
            <a:spLocks noGrp="1"/>
          </p:cNvSpPr>
          <p:nvPr>
            <p:ph type="sldNum" idx="12"/>
          </p:nvPr>
        </p:nvSpPr>
        <p:spPr>
          <a:xfrm>
            <a:off x="6057900" y="4767263"/>
            <a:ext cx="24574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>
  <p:cSld name="Picture with Caption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9"/>
          <p:cNvSpPr txBox="1">
            <a:spLocks noGrp="1"/>
          </p:cNvSpPr>
          <p:nvPr>
            <p:ph type="title"/>
          </p:nvPr>
        </p:nvSpPr>
        <p:spPr>
          <a:xfrm>
            <a:off x="533400" y="458905"/>
            <a:ext cx="4079545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49"/>
          <p:cNvSpPr txBox="1">
            <a:spLocks noGrp="1"/>
          </p:cNvSpPr>
          <p:nvPr>
            <p:ph type="body" idx="1"/>
          </p:nvPr>
        </p:nvSpPr>
        <p:spPr>
          <a:xfrm>
            <a:off x="533400" y="1340892"/>
            <a:ext cx="4079545" cy="2790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1497"/>
              </a:spcBef>
              <a:spcAft>
                <a:spcPts val="0"/>
              </a:spcAft>
              <a:buSzPts val="1485"/>
              <a:buNone/>
              <a:defRPr sz="1350"/>
            </a:lvl1pPr>
            <a:lvl2pPr marL="914400" lvl="1" indent="-228600" algn="l">
              <a:spcBef>
                <a:spcPts val="451"/>
              </a:spcBef>
              <a:spcAft>
                <a:spcPts val="0"/>
              </a:spcAft>
              <a:buSzPts val="990"/>
              <a:buNone/>
              <a:defRPr sz="900"/>
            </a:lvl2pPr>
            <a:lvl3pPr marL="1371600" lvl="2" indent="-228600" algn="l">
              <a:spcBef>
                <a:spcPts val="451"/>
              </a:spcBef>
              <a:spcAft>
                <a:spcPts val="0"/>
              </a:spcAft>
              <a:buSzPts val="825"/>
              <a:buNone/>
              <a:defRPr sz="750"/>
            </a:lvl3pPr>
            <a:lvl4pPr marL="1828800" lvl="3" indent="-228600" algn="l">
              <a:spcBef>
                <a:spcPts val="451"/>
              </a:spcBef>
              <a:spcAft>
                <a:spcPts val="0"/>
              </a:spcAft>
              <a:buSzPts val="743"/>
              <a:buNone/>
              <a:defRPr sz="675"/>
            </a:lvl4pPr>
            <a:lvl5pPr marL="2286000" lvl="4" indent="-228600" algn="l">
              <a:spcBef>
                <a:spcPts val="451"/>
              </a:spcBef>
              <a:spcAft>
                <a:spcPts val="0"/>
              </a:spcAft>
              <a:buSzPts val="743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87" name="Google Shape;87;p49"/>
          <p:cNvSpPr>
            <a:spLocks noGrp="1"/>
          </p:cNvSpPr>
          <p:nvPr>
            <p:ph type="pic" idx="2"/>
          </p:nvPr>
        </p:nvSpPr>
        <p:spPr>
          <a:xfrm>
            <a:off x="5090617" y="269545"/>
            <a:ext cx="3657600" cy="3988558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0500" sy="100500" algn="ctr" rotWithShape="0">
              <a:srgbClr val="000000">
                <a:alpha val="49803"/>
              </a:srgbClr>
            </a:outerShdw>
          </a:effectLst>
        </p:spPr>
      </p:sp>
      <p:sp>
        <p:nvSpPr>
          <p:cNvPr id="88" name="Google Shape;88;p4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4574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9"/>
          <p:cNvSpPr txBox="1">
            <a:spLocks noGrp="1"/>
          </p:cNvSpPr>
          <p:nvPr>
            <p:ph type="ftr" idx="11"/>
          </p:nvPr>
        </p:nvSpPr>
        <p:spPr>
          <a:xfrm>
            <a:off x="3486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49"/>
          <p:cNvSpPr txBox="1">
            <a:spLocks noGrp="1"/>
          </p:cNvSpPr>
          <p:nvPr>
            <p:ph type="sldNum" idx="12"/>
          </p:nvPr>
        </p:nvSpPr>
        <p:spPr>
          <a:xfrm>
            <a:off x="6057900" y="4767263"/>
            <a:ext cx="24574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Vertical Text" type="vertTx">
  <p:cSld name="VERTICAL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0"/>
          <p:cNvSpPr txBox="1">
            <a:spLocks noGrp="1"/>
          </p:cNvSpPr>
          <p:nvPr>
            <p:ph type="title"/>
          </p:nvPr>
        </p:nvSpPr>
        <p:spPr>
          <a:xfrm>
            <a:off x="548641" y="81009"/>
            <a:ext cx="8042400" cy="1002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50"/>
          <p:cNvSpPr txBox="1">
            <a:spLocks noGrp="1"/>
          </p:cNvSpPr>
          <p:nvPr>
            <p:ph type="body" idx="1"/>
          </p:nvPr>
        </p:nvSpPr>
        <p:spPr>
          <a:xfrm rot="5400000">
            <a:off x="2941030" y="-1192383"/>
            <a:ext cx="3257622" cy="80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4330" algn="l">
              <a:spcBef>
                <a:spcPts val="1497"/>
              </a:spcBef>
              <a:spcAft>
                <a:spcPts val="0"/>
              </a:spcAft>
              <a:buSzPts val="1980"/>
              <a:buChar char="⚫"/>
              <a:defRPr/>
            </a:lvl1pPr>
            <a:lvl2pPr marL="914400" lvl="1" indent="-354330" algn="l">
              <a:spcBef>
                <a:spcPts val="451"/>
              </a:spcBef>
              <a:spcAft>
                <a:spcPts val="0"/>
              </a:spcAft>
              <a:buSzPts val="1980"/>
              <a:buChar char="⚫"/>
              <a:defRPr/>
            </a:lvl2pPr>
            <a:lvl3pPr marL="1371600" lvl="2" indent="-354330" algn="l">
              <a:spcBef>
                <a:spcPts val="451"/>
              </a:spcBef>
              <a:spcAft>
                <a:spcPts val="0"/>
              </a:spcAft>
              <a:buSzPts val="1980"/>
              <a:buChar char="⚫"/>
              <a:defRPr/>
            </a:lvl3pPr>
            <a:lvl4pPr marL="1828800" lvl="3" indent="-354330" algn="l">
              <a:spcBef>
                <a:spcPts val="451"/>
              </a:spcBef>
              <a:spcAft>
                <a:spcPts val="0"/>
              </a:spcAft>
              <a:buSzPts val="1980"/>
              <a:buChar char="⚫"/>
              <a:defRPr/>
            </a:lvl4pPr>
            <a:lvl5pPr marL="2286000" lvl="4" indent="-354329" algn="l">
              <a:spcBef>
                <a:spcPts val="451"/>
              </a:spcBef>
              <a:spcAft>
                <a:spcPts val="0"/>
              </a:spcAft>
              <a:buSzPts val="1980"/>
              <a:buChar char="⚫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5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4574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50"/>
          <p:cNvSpPr txBox="1">
            <a:spLocks noGrp="1"/>
          </p:cNvSpPr>
          <p:nvPr>
            <p:ph type="ftr" idx="11"/>
          </p:nvPr>
        </p:nvSpPr>
        <p:spPr>
          <a:xfrm>
            <a:off x="3486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0"/>
          <p:cNvSpPr txBox="1">
            <a:spLocks noGrp="1"/>
          </p:cNvSpPr>
          <p:nvPr>
            <p:ph type="sldNum" idx="12"/>
          </p:nvPr>
        </p:nvSpPr>
        <p:spPr>
          <a:xfrm>
            <a:off x="6057900" y="4767263"/>
            <a:ext cx="24574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1"/>
          <p:cNvSpPr txBox="1">
            <a:spLocks noGrp="1"/>
          </p:cNvSpPr>
          <p:nvPr>
            <p:ph type="title"/>
          </p:nvPr>
        </p:nvSpPr>
        <p:spPr>
          <a:xfrm rot="5400000">
            <a:off x="6041055" y="1604964"/>
            <a:ext cx="418147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51"/>
          <p:cNvSpPr txBox="1">
            <a:spLocks noGrp="1"/>
          </p:cNvSpPr>
          <p:nvPr>
            <p:ph type="body" idx="1"/>
          </p:nvPr>
        </p:nvSpPr>
        <p:spPr>
          <a:xfrm rot="5400000">
            <a:off x="1803400" y="-977899"/>
            <a:ext cx="4181475" cy="6689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4330" algn="l">
              <a:spcBef>
                <a:spcPts val="1497"/>
              </a:spcBef>
              <a:spcAft>
                <a:spcPts val="0"/>
              </a:spcAft>
              <a:buSzPts val="1980"/>
              <a:buChar char="⚫"/>
              <a:defRPr/>
            </a:lvl1pPr>
            <a:lvl2pPr marL="914400" lvl="1" indent="-354330" algn="l">
              <a:spcBef>
                <a:spcPts val="451"/>
              </a:spcBef>
              <a:spcAft>
                <a:spcPts val="0"/>
              </a:spcAft>
              <a:buSzPts val="1980"/>
              <a:buChar char="⚫"/>
              <a:defRPr/>
            </a:lvl2pPr>
            <a:lvl3pPr marL="1371600" lvl="2" indent="-354330" algn="l">
              <a:spcBef>
                <a:spcPts val="451"/>
              </a:spcBef>
              <a:spcAft>
                <a:spcPts val="0"/>
              </a:spcAft>
              <a:buSzPts val="1980"/>
              <a:buChar char="⚫"/>
              <a:defRPr/>
            </a:lvl3pPr>
            <a:lvl4pPr marL="1828800" lvl="3" indent="-354330" algn="l">
              <a:spcBef>
                <a:spcPts val="451"/>
              </a:spcBef>
              <a:spcAft>
                <a:spcPts val="0"/>
              </a:spcAft>
              <a:buSzPts val="1980"/>
              <a:buChar char="⚫"/>
              <a:defRPr/>
            </a:lvl4pPr>
            <a:lvl5pPr marL="2286000" lvl="4" indent="-354329" algn="l">
              <a:spcBef>
                <a:spcPts val="451"/>
              </a:spcBef>
              <a:spcAft>
                <a:spcPts val="0"/>
              </a:spcAft>
              <a:buSzPts val="1980"/>
              <a:buChar char="⚫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4574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51"/>
          <p:cNvSpPr txBox="1">
            <a:spLocks noGrp="1"/>
          </p:cNvSpPr>
          <p:nvPr>
            <p:ph type="ftr" idx="11"/>
          </p:nvPr>
        </p:nvSpPr>
        <p:spPr>
          <a:xfrm>
            <a:off x="3486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51"/>
          <p:cNvSpPr txBox="1">
            <a:spLocks noGrp="1"/>
          </p:cNvSpPr>
          <p:nvPr>
            <p:ph type="sldNum" idx="12"/>
          </p:nvPr>
        </p:nvSpPr>
        <p:spPr>
          <a:xfrm>
            <a:off x="6057900" y="4767263"/>
            <a:ext cx="24574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ustom Layout">
  <p:cSld name="Custom Layou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2"/>
          <p:cNvSpPr txBox="1">
            <a:spLocks noGrp="1"/>
          </p:cNvSpPr>
          <p:nvPr>
            <p:ph type="title"/>
          </p:nvPr>
        </p:nvSpPr>
        <p:spPr>
          <a:xfrm>
            <a:off x="456481" y="205222"/>
            <a:ext cx="8228160" cy="857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5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4574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52"/>
          <p:cNvSpPr txBox="1">
            <a:spLocks noGrp="1"/>
          </p:cNvSpPr>
          <p:nvPr>
            <p:ph type="ftr" idx="11"/>
          </p:nvPr>
        </p:nvSpPr>
        <p:spPr>
          <a:xfrm>
            <a:off x="3486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52"/>
          <p:cNvSpPr txBox="1">
            <a:spLocks noGrp="1"/>
          </p:cNvSpPr>
          <p:nvPr>
            <p:ph type="sldNum" idx="12"/>
          </p:nvPr>
        </p:nvSpPr>
        <p:spPr>
          <a:xfrm>
            <a:off x="6057900" y="4767263"/>
            <a:ext cx="24574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>
            <a:spLocks noGrp="1"/>
          </p:cNvSpPr>
          <p:nvPr>
            <p:ph type="title"/>
          </p:nvPr>
        </p:nvSpPr>
        <p:spPr>
          <a:xfrm>
            <a:off x="548641" y="81009"/>
            <a:ext cx="8042400" cy="1002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45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450" b="0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450" b="0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450" b="0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450" b="0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450" b="0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450" b="0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450" b="0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450" b="0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11" name="Google Shape;11;p38"/>
          <p:cNvSpPr txBox="1">
            <a:spLocks noGrp="1"/>
          </p:cNvSpPr>
          <p:nvPr>
            <p:ph type="body" idx="1"/>
          </p:nvPr>
        </p:nvSpPr>
        <p:spPr>
          <a:xfrm>
            <a:off x="548641" y="1200006"/>
            <a:ext cx="8042400" cy="325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4330" algn="l" rtl="0">
              <a:spcBef>
                <a:spcPts val="1497"/>
              </a:spcBef>
              <a:spcAft>
                <a:spcPts val="0"/>
              </a:spcAft>
              <a:buClr>
                <a:srgbClr val="6FB7D7"/>
              </a:buClr>
              <a:buSzPts val="1980"/>
              <a:buFont typeface="Noto Sans Symbols"/>
              <a:buChar char="⚫"/>
              <a:defRPr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3852" algn="l" rtl="0">
              <a:spcBef>
                <a:spcPts val="451"/>
              </a:spcBef>
              <a:spcAft>
                <a:spcPts val="0"/>
              </a:spcAft>
              <a:buClr>
                <a:srgbClr val="215D77"/>
              </a:buClr>
              <a:buSzPts val="1815"/>
              <a:buFont typeface="Noto Sans Symbols"/>
              <a:buChar char="⚫"/>
              <a:defRPr sz="165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3375" algn="l" rtl="0">
              <a:spcBef>
                <a:spcPts val="451"/>
              </a:spcBef>
              <a:spcAft>
                <a:spcPts val="0"/>
              </a:spcAft>
              <a:buClr>
                <a:srgbClr val="6FB7D7"/>
              </a:buClr>
              <a:buSzPts val="1650"/>
              <a:buFont typeface="Noto Sans Symbols"/>
              <a:buChar char="⚫"/>
              <a:defRPr sz="15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2897" algn="l" rtl="0">
              <a:spcBef>
                <a:spcPts val="451"/>
              </a:spcBef>
              <a:spcAft>
                <a:spcPts val="0"/>
              </a:spcAft>
              <a:buClr>
                <a:srgbClr val="215D77"/>
              </a:buClr>
              <a:buSzPts val="1485"/>
              <a:buFont typeface="Noto Sans Symbols"/>
              <a:buChar char="⚫"/>
              <a:defRPr sz="135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2897" algn="l" rtl="0">
              <a:spcBef>
                <a:spcPts val="451"/>
              </a:spcBef>
              <a:spcAft>
                <a:spcPts val="0"/>
              </a:spcAft>
              <a:buClr>
                <a:srgbClr val="6FB7D7"/>
              </a:buClr>
              <a:buSzPts val="1485"/>
              <a:buFont typeface="Noto Sans Symbols"/>
              <a:buChar char="⚫"/>
              <a:defRPr sz="135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 dirty="0"/>
          </a:p>
        </p:txBody>
      </p:sp>
      <p:sp>
        <p:nvSpPr>
          <p:cNvPr id="12" name="Google Shape;12;p38"/>
          <p:cNvSpPr txBox="1"/>
          <p:nvPr/>
        </p:nvSpPr>
        <p:spPr>
          <a:xfrm>
            <a:off x="279284" y="4749259"/>
            <a:ext cx="4838400" cy="18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200" tIns="31100" rIns="62200" bIns="311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5"/>
              <a:buFont typeface="Source Sans Pro"/>
              <a:buNone/>
            </a:pPr>
            <a:r>
              <a:rPr lang="en-US" sz="825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Intro to ITWS – HTML &amp; CSS</a:t>
            </a:r>
            <a:endParaRPr sz="825" b="0" i="0" u="none" strike="noStrike" cap="non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3" name="Google Shape;13;p38"/>
          <p:cNvSpPr txBox="1"/>
          <p:nvPr/>
        </p:nvSpPr>
        <p:spPr>
          <a:xfrm>
            <a:off x="6376396" y="4743802"/>
            <a:ext cx="1375124" cy="18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200" tIns="31100" rIns="62200" bIns="311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5"/>
              <a:buFont typeface="Source Sans Pro"/>
              <a:buNone/>
            </a:pPr>
            <a:r>
              <a:rPr lang="en-US" sz="825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2011-09-15</a:t>
            </a:r>
            <a:endParaRPr sz="825" b="0" i="0" u="none" strike="noStrike" cap="non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4" name="Google Shape;14;p38"/>
          <p:cNvSpPr txBox="1"/>
          <p:nvPr/>
        </p:nvSpPr>
        <p:spPr>
          <a:xfrm>
            <a:off x="7889760" y="4746345"/>
            <a:ext cx="967680" cy="18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200" tIns="31100" rIns="62200" bIns="311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5"/>
              <a:buFont typeface="Source Sans Pro"/>
              <a:buNone/>
            </a:pPr>
            <a:fld id="{00000000-1234-1234-1234-123412341234}" type="slidenum">
              <a:rPr lang="en-US" sz="825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‹#›</a:t>
            </a:fld>
            <a:endParaRPr sz="825" b="0" i="0" u="none" strike="noStrike" cap="non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5" name="Google Shape;15;p3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4574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16" name="Google Shape;16;p38"/>
          <p:cNvSpPr txBox="1">
            <a:spLocks noGrp="1"/>
          </p:cNvSpPr>
          <p:nvPr>
            <p:ph type="ftr" idx="11"/>
          </p:nvPr>
        </p:nvSpPr>
        <p:spPr>
          <a:xfrm>
            <a:off x="3486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17" name="Google Shape;17;p38"/>
          <p:cNvSpPr txBox="1">
            <a:spLocks noGrp="1"/>
          </p:cNvSpPr>
          <p:nvPr>
            <p:ph type="sldNum" idx="12"/>
          </p:nvPr>
        </p:nvSpPr>
        <p:spPr>
          <a:xfrm>
            <a:off x="6057900" y="4767263"/>
            <a:ext cx="24574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457200" marR="0" lvl="0" indent="-35433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buChar char="•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WhatIs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://www.w3.org/TR/2018/SPSD-xhtml1-20180327/" TargetMode="External"/><Relationship Id="rId3" Type="http://schemas.openxmlformats.org/officeDocument/2006/relationships/hyperlink" Target="https://www.w3.org/TR/tr-technology-stds" TargetMode="External"/><Relationship Id="rId7" Type="http://schemas.openxmlformats.org/officeDocument/2006/relationships/hyperlink" Target="https://www.w3.org/TR/2018/SPSD-html401-20180327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.org/TR/2018/SPSD-html5-20180327/" TargetMode="External"/><Relationship Id="rId5" Type="http://schemas.openxmlformats.org/officeDocument/2006/relationships/hyperlink" Target="https://www.w3.org/TR/2018/WD-html53-20180809/" TargetMode="External"/><Relationship Id="rId4" Type="http://schemas.openxmlformats.org/officeDocument/2006/relationships/hyperlink" Target="https://www.w3.org/TR/2017/REC-html52-20171214/" TargetMode="External"/><Relationship Id="rId9" Type="http://schemas.openxmlformats.org/officeDocument/2006/relationships/hyperlink" Target="https://html.spec.whatwg.org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validator.w3.org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TR/CSS3/selector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ss-tricks.com/css-selectors/" TargetMode="External"/><Relationship Id="rId5" Type="http://schemas.openxmlformats.org/officeDocument/2006/relationships/hyperlink" Target="https://www.w3schools.com/cssref/css_selectors.php" TargetMode="External"/><Relationship Id="rId4" Type="http://schemas.openxmlformats.org/officeDocument/2006/relationships/hyperlink" Target="http://css.maxdesign.com.au/selectutorial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TR/CSS2/selector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mandalatv.net/itp/drivebys/css/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/css3_flexbox.asp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ss-tricks.com/css-selectors/" TargetMode="External"/><Relationship Id="rId5" Type="http://schemas.openxmlformats.org/officeDocument/2006/relationships/hyperlink" Target="https://www.w3schools.com/cssref/css_selectors.php" TargetMode="External"/><Relationship Id="rId4" Type="http://schemas.openxmlformats.org/officeDocument/2006/relationships/hyperlink" Target="http://css.maxdesign.com.au/selectutorial/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html/html_xhtml.asp" TargetMode="External"/><Relationship Id="rId7" Type="http://schemas.openxmlformats.org/officeDocument/2006/relationships/hyperlink" Target="https://www.youtube.com/watch?v=25R1Jl5P7Mw&amp;ab_channel=TheNetNinja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schools.com/cssref/" TargetMode="External"/><Relationship Id="rId5" Type="http://schemas.openxmlformats.org/officeDocument/2006/relationships/hyperlink" Target="http://www.w3schools.com/tags/ref_byfunc.asp" TargetMode="External"/><Relationship Id="rId4" Type="http://schemas.openxmlformats.org/officeDocument/2006/relationships/hyperlink" Target="https://www.w3schools.com/html/default.asp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andalatv.net/itp/drivebys/css/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6DB7D7"/>
              </a:buClr>
              <a:buSzPts val="3740"/>
              <a:buFont typeface="Noto Sans Symbols"/>
              <a:buNone/>
            </a:pPr>
            <a:r>
              <a:rPr lang="en-US" dirty="0"/>
              <a:t>HTML, XHTML &amp; CSS</a:t>
            </a:r>
            <a:endParaRPr dirty="0"/>
          </a:p>
        </p:txBody>
      </p:sp>
      <p:sp>
        <p:nvSpPr>
          <p:cNvPr id="114" name="Google Shape;114;p1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6DB7D7"/>
              </a:buClr>
              <a:buSzPct val="110000"/>
              <a:buFont typeface="Noto Sans Symbols"/>
              <a:buNone/>
            </a:pPr>
            <a:r>
              <a:rPr lang="en-US" sz="2700"/>
              <a:t>Hypertext Markup Language &amp; Cascading Stylesheets</a:t>
            </a:r>
            <a:endParaRPr sz="2700"/>
          </a:p>
        </p:txBody>
      </p:sp>
      <p:sp>
        <p:nvSpPr>
          <p:cNvPr id="115" name="Google Shape;115;p1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 9/21</a:t>
            </a:r>
            <a:endParaRPr/>
          </a:p>
        </p:txBody>
      </p:sp>
      <p:sp>
        <p:nvSpPr>
          <p:cNvPr id="116" name="Google Shape;116;p1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to ITWS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815"/>
              <a:buFont typeface="Arial" panose="020B0604020202020204" pitchFamily="34" charset="0"/>
              <a:buChar char="•"/>
            </a:pPr>
            <a:r>
              <a:rPr lang="en-US" sz="1650" dirty="0"/>
              <a:t>What is Hypertext?</a:t>
            </a:r>
            <a:endParaRPr sz="1200" dirty="0"/>
          </a:p>
          <a:p>
            <a:pPr marL="514088" lvl="1" indent="-251643" algn="l" rtl="0">
              <a:spcBef>
                <a:spcPts val="451"/>
              </a:spcBef>
              <a:spcAft>
                <a:spcPts val="0"/>
              </a:spcAft>
              <a:buSzPts val="1320"/>
              <a:buFont typeface="Arial" panose="020B0604020202020204" pitchFamily="34" charset="0"/>
              <a:buChar char="•"/>
            </a:pPr>
            <a:r>
              <a:rPr lang="en-US" sz="1200" dirty="0"/>
              <a:t>Text containing links to more text. (see </a:t>
            </a:r>
            <a:r>
              <a:rPr lang="en-US" sz="1200" u="sng" dirty="0">
                <a:solidFill>
                  <a:schemeClr val="hlink"/>
                </a:solidFill>
                <a:hlinkClick r:id="rId3"/>
              </a:rPr>
              <a:t>http://www.w3.org/WhatIs.html</a:t>
            </a:r>
            <a:r>
              <a:rPr lang="en-US" sz="1200" dirty="0"/>
              <a:t>)</a:t>
            </a:r>
            <a:endParaRPr dirty="0"/>
          </a:p>
          <a:p>
            <a:pPr marL="285750" lvl="0" indent="-285750" algn="l" rtl="0">
              <a:spcBef>
                <a:spcPts val="1497"/>
              </a:spcBef>
              <a:spcAft>
                <a:spcPts val="0"/>
              </a:spcAft>
              <a:buSzPts val="1815"/>
              <a:buFont typeface="Arial" panose="020B0604020202020204" pitchFamily="34" charset="0"/>
              <a:buChar char="•"/>
            </a:pPr>
            <a:r>
              <a:rPr lang="en-US" sz="1650" dirty="0"/>
              <a:t>What is a markup language?</a:t>
            </a:r>
            <a:endParaRPr dirty="0"/>
          </a:p>
          <a:p>
            <a:pPr marL="514088" lvl="1" indent="-251643" algn="l" rtl="0">
              <a:spcBef>
                <a:spcPts val="451"/>
              </a:spcBef>
              <a:spcAft>
                <a:spcPts val="0"/>
              </a:spcAft>
              <a:buSzPts val="1320"/>
              <a:buFont typeface="Arial" panose="020B0604020202020204" pitchFamily="34" charset="0"/>
              <a:buChar char="•"/>
            </a:pPr>
            <a:r>
              <a:rPr lang="en-US" sz="1200" dirty="0"/>
              <a:t>A way to embed formatting information within a text file by using tags</a:t>
            </a:r>
            <a:endParaRPr dirty="0"/>
          </a:p>
          <a:p>
            <a:pPr marL="514088" lvl="1" indent="-251643" algn="l" rtl="0">
              <a:spcBef>
                <a:spcPts val="451"/>
              </a:spcBef>
              <a:spcAft>
                <a:spcPts val="0"/>
              </a:spcAft>
              <a:buSzPts val="1320"/>
              <a:buFont typeface="Arial" panose="020B0604020202020204" pitchFamily="34" charset="0"/>
              <a:buChar char="•"/>
            </a:pPr>
            <a:r>
              <a:rPr lang="en-US" sz="1200" dirty="0"/>
              <a:t>A way to describe the data or information (metadata) contained in a text file</a:t>
            </a:r>
            <a:endParaRPr dirty="0"/>
          </a:p>
          <a:p>
            <a:pPr marL="285750" lvl="0" indent="-285750" algn="l" rtl="0">
              <a:spcBef>
                <a:spcPts val="1497"/>
              </a:spcBef>
              <a:spcAft>
                <a:spcPts val="0"/>
              </a:spcAft>
              <a:buSzPts val="1815"/>
              <a:buFont typeface="Arial" panose="020B0604020202020204" pitchFamily="34" charset="0"/>
              <a:buChar char="•"/>
            </a:pPr>
            <a:r>
              <a:rPr lang="en-US" sz="1650" dirty="0"/>
              <a:t>What is a tag?</a:t>
            </a:r>
            <a:endParaRPr dirty="0"/>
          </a:p>
          <a:p>
            <a:pPr marL="514088" lvl="1" indent="-251643" algn="l" rtl="0">
              <a:spcBef>
                <a:spcPts val="451"/>
              </a:spcBef>
              <a:spcAft>
                <a:spcPts val="0"/>
              </a:spcAft>
              <a:buSzPts val="1320"/>
              <a:buFont typeface="Arial" panose="020B0604020202020204" pitchFamily="34" charset="0"/>
              <a:buChar char="•"/>
            </a:pPr>
            <a:r>
              <a:rPr lang="en-US" sz="1200" dirty="0"/>
              <a:t>Method of identifying metadata within a document</a:t>
            </a:r>
            <a:endParaRPr dirty="0"/>
          </a:p>
          <a:p>
            <a:pPr marL="285750" lvl="0" indent="-285750" algn="l" rtl="0">
              <a:spcBef>
                <a:spcPts val="1497"/>
              </a:spcBef>
              <a:spcAft>
                <a:spcPts val="0"/>
              </a:spcAft>
              <a:buSzPts val="1815"/>
              <a:buFont typeface="Arial" panose="020B0604020202020204" pitchFamily="34" charset="0"/>
              <a:buChar char="•"/>
            </a:pPr>
            <a:r>
              <a:rPr lang="en-US" sz="1650" dirty="0"/>
              <a:t>What is metadata?</a:t>
            </a:r>
            <a:endParaRPr dirty="0"/>
          </a:p>
          <a:p>
            <a:pPr marL="514088" lvl="1" indent="-251643" algn="l" rtl="0">
              <a:spcBef>
                <a:spcPts val="451"/>
              </a:spcBef>
              <a:spcAft>
                <a:spcPts val="0"/>
              </a:spcAft>
              <a:buSzPts val="1320"/>
              <a:buFont typeface="Arial" panose="020B0604020202020204" pitchFamily="34" charset="0"/>
              <a:buChar char="•"/>
            </a:pPr>
            <a:r>
              <a:rPr lang="en-US" sz="1200" dirty="0"/>
              <a:t>Data that describes data (</a:t>
            </a:r>
            <a:r>
              <a:rPr lang="en-US" sz="1200" dirty="0" err="1"/>
              <a:t>ie</a:t>
            </a:r>
            <a:r>
              <a:rPr lang="en-US" sz="1200" dirty="0"/>
              <a:t> GPS info in a digital picture)</a:t>
            </a:r>
            <a:endParaRPr dirty="0"/>
          </a:p>
          <a:p>
            <a:pPr marL="514088" lvl="1" indent="-251643" algn="l" rtl="0">
              <a:spcBef>
                <a:spcPts val="451"/>
              </a:spcBef>
              <a:spcAft>
                <a:spcPts val="0"/>
              </a:spcAft>
              <a:buSzPts val="1320"/>
              <a:buFont typeface="Arial" panose="020B0604020202020204" pitchFamily="34" charset="0"/>
              <a:buChar char="•"/>
            </a:pPr>
            <a:r>
              <a:rPr lang="en-US" sz="1200" dirty="0"/>
              <a:t>Tags are used to describe the information</a:t>
            </a:r>
            <a:endParaRPr dirty="0"/>
          </a:p>
        </p:txBody>
      </p:sp>
      <p:sp>
        <p:nvSpPr>
          <p:cNvPr id="122" name="Google Shape;122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05C77"/>
                </a:solidFill>
              </a:rPr>
              <a:t>H</a:t>
            </a:r>
            <a:r>
              <a:rPr lang="en-US"/>
              <a:t>yper</a:t>
            </a:r>
            <a:r>
              <a:rPr lang="en-US">
                <a:solidFill>
                  <a:srgbClr val="205C77"/>
                </a:solidFill>
              </a:rPr>
              <a:t>T</a:t>
            </a:r>
            <a:r>
              <a:rPr lang="en-US"/>
              <a:t>ext </a:t>
            </a:r>
            <a:r>
              <a:rPr lang="en-US">
                <a:solidFill>
                  <a:srgbClr val="205C77"/>
                </a:solidFill>
              </a:rPr>
              <a:t>M</a:t>
            </a:r>
            <a:r>
              <a:rPr lang="en-US"/>
              <a:t>arkup </a:t>
            </a:r>
            <a:r>
              <a:rPr lang="en-US">
                <a:solidFill>
                  <a:srgbClr val="205C77"/>
                </a:solidFill>
              </a:rPr>
              <a:t>L</a:t>
            </a:r>
            <a:r>
              <a:rPr lang="en-US"/>
              <a:t>anguage</a:t>
            </a:r>
            <a:endParaRPr/>
          </a:p>
        </p:txBody>
      </p:sp>
      <p:sp>
        <p:nvSpPr>
          <p:cNvPr id="124" name="Google Shape;124;p2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 9/21</a:t>
            </a:r>
            <a:endParaRPr/>
          </a:p>
        </p:txBody>
      </p:sp>
      <p:sp>
        <p:nvSpPr>
          <p:cNvPr id="125" name="Google Shape;125;p2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to ITWS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815"/>
              <a:buFont typeface="Arial" panose="020B0604020202020204" pitchFamily="34" charset="0"/>
              <a:buChar char="•"/>
            </a:pPr>
            <a:r>
              <a:rPr lang="en-US" sz="1650" dirty="0"/>
              <a:t>So: What is </a:t>
            </a:r>
            <a:r>
              <a:rPr lang="en-US" sz="1650" dirty="0" err="1"/>
              <a:t>HyperText</a:t>
            </a:r>
            <a:r>
              <a:rPr lang="en-US" sz="1650" dirty="0"/>
              <a:t> Markup Language?</a:t>
            </a:r>
            <a:endParaRPr lang="en-US" sz="1200"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650"/>
              <a:buFont typeface="Arial" panose="020B0604020202020204" pitchFamily="34" charset="0"/>
              <a:buChar char="•"/>
            </a:pPr>
            <a:r>
              <a:rPr lang="en-US" sz="1500" dirty="0"/>
              <a:t>A simple way of marking up documents so that they be can shared (and understood) over networks </a:t>
            </a:r>
            <a:r>
              <a:rPr lang="en-US" sz="825" dirty="0"/>
              <a:t>(using HTTPS - which uses TCP)</a:t>
            </a:r>
            <a:endParaRPr lang="en-US" sz="1500" dirty="0"/>
          </a:p>
          <a:p>
            <a:pPr marL="285750" lvl="0" indent="-285750" algn="l" rtl="0">
              <a:spcBef>
                <a:spcPts val="1497"/>
              </a:spcBef>
              <a:spcAft>
                <a:spcPts val="0"/>
              </a:spcAft>
              <a:buSzPts val="1815"/>
              <a:buFont typeface="Arial" panose="020B0604020202020204" pitchFamily="34" charset="0"/>
              <a:buChar char="•"/>
            </a:pPr>
            <a:r>
              <a:rPr lang="en-US" sz="1650" dirty="0"/>
              <a:t>Why use it?</a:t>
            </a:r>
            <a:endParaRPr lang="en-US" dirty="0"/>
          </a:p>
          <a:p>
            <a:pPr marL="514088" lvl="1" indent="-251643" algn="l" rtl="0">
              <a:spcBef>
                <a:spcPts val="451"/>
              </a:spcBef>
              <a:spcAft>
                <a:spcPts val="0"/>
              </a:spcAft>
              <a:buSzPts val="1320"/>
              <a:buFont typeface="Arial" panose="020B0604020202020204" pitchFamily="34" charset="0"/>
              <a:buChar char="•"/>
            </a:pPr>
            <a:r>
              <a:rPr lang="en-US" sz="1200" dirty="0"/>
              <a:t>Simple</a:t>
            </a:r>
            <a:endParaRPr lang="en-US" dirty="0"/>
          </a:p>
          <a:p>
            <a:pPr marL="514088" lvl="1" indent="-251643" algn="l" rtl="0">
              <a:spcBef>
                <a:spcPts val="451"/>
              </a:spcBef>
              <a:spcAft>
                <a:spcPts val="0"/>
              </a:spcAft>
              <a:buSzPts val="1320"/>
              <a:buFont typeface="Arial" panose="020B0604020202020204" pitchFamily="34" charset="0"/>
              <a:buChar char="•"/>
            </a:pPr>
            <a:r>
              <a:rPr lang="en-US" sz="1200" dirty="0"/>
              <a:t>Lightweight (just plain text)</a:t>
            </a:r>
            <a:endParaRPr lang="en-US" dirty="0"/>
          </a:p>
          <a:p>
            <a:pPr marL="514088" lvl="1" indent="-251643" algn="l" rtl="0">
              <a:spcBef>
                <a:spcPts val="451"/>
              </a:spcBef>
              <a:spcAft>
                <a:spcPts val="0"/>
              </a:spcAft>
              <a:buSzPts val="1320"/>
              <a:buFont typeface="Arial" panose="020B0604020202020204" pitchFamily="34" charset="0"/>
              <a:buChar char="•"/>
            </a:pPr>
            <a:r>
              <a:rPr lang="en-US" sz="1200" dirty="0"/>
              <a:t>An easy way to send information both for users to see, and computers to interpret at the same time.</a:t>
            </a:r>
            <a:endParaRPr lang="en-US" dirty="0"/>
          </a:p>
          <a:p>
            <a:pPr marL="285750" lvl="0" indent="-285750" algn="l" rtl="0">
              <a:spcBef>
                <a:spcPts val="1497"/>
              </a:spcBef>
              <a:spcAft>
                <a:spcPts val="0"/>
              </a:spcAft>
              <a:buSzPts val="1815"/>
              <a:buFont typeface="Arial" panose="020B0604020202020204" pitchFamily="34" charset="0"/>
              <a:buChar char="•"/>
            </a:pPr>
            <a:r>
              <a:rPr lang="en-US" sz="1650" dirty="0"/>
              <a:t>Tags?</a:t>
            </a:r>
            <a:endParaRPr lang="en-US" dirty="0"/>
          </a:p>
          <a:p>
            <a:pPr marL="514088" lvl="1" indent="-251643" algn="l" rtl="0">
              <a:spcBef>
                <a:spcPts val="451"/>
              </a:spcBef>
              <a:spcAft>
                <a:spcPts val="0"/>
              </a:spcAft>
              <a:buSzPts val="1320"/>
              <a:buFont typeface="Arial" panose="020B0604020202020204" pitchFamily="34" charset="0"/>
              <a:buChar char="•"/>
            </a:pPr>
            <a:r>
              <a:rPr lang="en-US" sz="1200" dirty="0"/>
              <a:t>Character sequences used to denote text or other data in a document.</a:t>
            </a:r>
            <a:endParaRPr lang="en-US" dirty="0"/>
          </a:p>
          <a:p>
            <a:pPr marL="514088" lvl="1" indent="-251643" algn="l" rtl="0">
              <a:spcBef>
                <a:spcPts val="451"/>
              </a:spcBef>
              <a:spcAft>
                <a:spcPts val="0"/>
              </a:spcAft>
              <a:buSzPts val="1320"/>
              <a:buFont typeface="Arial" panose="020B0604020202020204" pitchFamily="34" charset="0"/>
              <a:buChar char="•"/>
            </a:pPr>
            <a:r>
              <a:rPr lang="en-US" sz="1200" dirty="0"/>
              <a:t>Tags for presentation – www </a:t>
            </a:r>
            <a:endParaRPr lang="en-US" dirty="0"/>
          </a:p>
          <a:p>
            <a:pPr marL="514088" lvl="1" indent="-251643" algn="l" rtl="0">
              <a:spcBef>
                <a:spcPts val="451"/>
              </a:spcBef>
              <a:spcAft>
                <a:spcPts val="0"/>
              </a:spcAft>
              <a:buSzPts val="1320"/>
              <a:buFont typeface="Arial" panose="020B0604020202020204" pitchFamily="34" charset="0"/>
              <a:buChar char="•"/>
            </a:pPr>
            <a:r>
              <a:rPr lang="en-US" sz="1200" dirty="0"/>
              <a:t>Tags for interpretation – Semantic Web </a:t>
            </a:r>
            <a:endParaRPr lang="en-US" dirty="0"/>
          </a:p>
        </p:txBody>
      </p:sp>
      <p:sp>
        <p:nvSpPr>
          <p:cNvPr id="131" name="Google Shape;131;p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05C77"/>
                </a:solidFill>
              </a:rPr>
              <a:t>H</a:t>
            </a:r>
            <a:r>
              <a:rPr lang="en-US"/>
              <a:t>yper</a:t>
            </a:r>
            <a:r>
              <a:rPr lang="en-US">
                <a:solidFill>
                  <a:srgbClr val="205C77"/>
                </a:solidFill>
              </a:rPr>
              <a:t>T</a:t>
            </a:r>
            <a:r>
              <a:rPr lang="en-US"/>
              <a:t>ext </a:t>
            </a:r>
            <a:r>
              <a:rPr lang="en-US">
                <a:solidFill>
                  <a:srgbClr val="205C77"/>
                </a:solidFill>
              </a:rPr>
              <a:t>M</a:t>
            </a:r>
            <a:r>
              <a:rPr lang="en-US"/>
              <a:t>arkup </a:t>
            </a:r>
            <a:r>
              <a:rPr lang="en-US">
                <a:solidFill>
                  <a:srgbClr val="205C77"/>
                </a:solidFill>
              </a:rPr>
              <a:t>L</a:t>
            </a:r>
            <a:r>
              <a:rPr lang="en-US"/>
              <a:t>anguage</a:t>
            </a:r>
          </a:p>
        </p:txBody>
      </p:sp>
      <p:sp>
        <p:nvSpPr>
          <p:cNvPr id="133" name="Google Shape;133;p3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 9/21</a:t>
            </a:r>
          </a:p>
        </p:txBody>
      </p:sp>
      <p:sp>
        <p:nvSpPr>
          <p:cNvPr id="134" name="Google Shape;134;p3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to ITWS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815"/>
              <a:buFont typeface="Arial" panose="020B0604020202020204" pitchFamily="34" charset="0"/>
              <a:buChar char="•"/>
            </a:pPr>
            <a:r>
              <a:rPr lang="en-US" sz="1650" dirty="0"/>
              <a:t>Why learn it??  Why not just use some GUI??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650"/>
              <a:buFont typeface="Arial" panose="020B0604020202020204" pitchFamily="34" charset="0"/>
              <a:buChar char="•"/>
            </a:pPr>
            <a:r>
              <a:rPr lang="en-US" sz="1500" dirty="0"/>
              <a:t>HTML is a </a:t>
            </a:r>
            <a:r>
              <a:rPr lang="en-US" sz="1500" i="1" dirty="0"/>
              <a:t>semantic*</a:t>
            </a:r>
            <a:r>
              <a:rPr lang="en-US" sz="1500" dirty="0"/>
              <a:t>  markup – understanding the underlying semantics will help you make good decisions about how </a:t>
            </a:r>
            <a:r>
              <a:rPr lang="en-US" sz="1500" i="1" dirty="0"/>
              <a:t>machines</a:t>
            </a:r>
            <a:r>
              <a:rPr lang="en-US" sz="1500" dirty="0"/>
              <a:t> will interpret your documents (e.g. search engines!)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650"/>
              <a:buFont typeface="Arial" panose="020B0604020202020204" pitchFamily="34" charset="0"/>
              <a:buChar char="•"/>
            </a:pPr>
            <a:r>
              <a:rPr lang="en-US" sz="1500" dirty="0"/>
              <a:t>If you do </a:t>
            </a:r>
            <a:r>
              <a:rPr lang="en-US" sz="1500" i="1" dirty="0"/>
              <a:t>any</a:t>
            </a:r>
            <a:r>
              <a:rPr lang="en-US" sz="1500" dirty="0"/>
              <a:t> web coding, you’ll want to know it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650"/>
              <a:buFont typeface="Arial" panose="020B0604020202020204" pitchFamily="34" charset="0"/>
              <a:buChar char="•"/>
            </a:pPr>
            <a:r>
              <a:rPr lang="en-US" sz="1500" dirty="0"/>
              <a:t>If you want to design or develop real-world web applications with a modern user interface, you’ll want to be fluent in it</a:t>
            </a:r>
            <a:endParaRPr dirty="0"/>
          </a:p>
          <a:p>
            <a:pPr marL="285750" lvl="0" indent="-285750" algn="l" rtl="0">
              <a:spcBef>
                <a:spcPts val="1497"/>
              </a:spcBef>
              <a:spcAft>
                <a:spcPts val="0"/>
              </a:spcAft>
              <a:buSzPts val="1815"/>
              <a:buFont typeface="Arial" panose="020B0604020202020204" pitchFamily="34" charset="0"/>
              <a:buChar char="•"/>
            </a:pPr>
            <a:r>
              <a:rPr lang="en-US" sz="1650" dirty="0"/>
              <a:t>Use markup tags to build document structure, e.g. </a:t>
            </a:r>
            <a:endParaRPr dirty="0"/>
          </a:p>
          <a:p>
            <a:pPr marL="548194" lvl="1" indent="-285750" algn="l" rtl="0">
              <a:spcBef>
                <a:spcPts val="451"/>
              </a:spcBef>
              <a:spcAft>
                <a:spcPts val="0"/>
              </a:spcAft>
              <a:buSzPts val="1650"/>
              <a:buFont typeface="Arial" panose="020B0604020202020204" pitchFamily="34" charset="0"/>
              <a:buChar char="•"/>
            </a:pPr>
            <a:r>
              <a:rPr lang="en-US" sz="1500" dirty="0"/>
              <a:t>			&lt;p&gt;This is a paragraph.&lt;/p&gt;</a:t>
            </a:r>
            <a:endParaRPr dirty="0"/>
          </a:p>
          <a:p>
            <a:pPr marL="0" lvl="0" indent="0" algn="l" rtl="0">
              <a:spcBef>
                <a:spcPts val="1497"/>
              </a:spcBef>
              <a:spcAft>
                <a:spcPts val="0"/>
              </a:spcAft>
              <a:buSzPts val="1403"/>
              <a:buNone/>
            </a:pPr>
            <a:r>
              <a:rPr lang="en-US" sz="1275" dirty="0"/>
              <a:t>*</a:t>
            </a:r>
            <a:r>
              <a:rPr lang="en-US" sz="1275" i="1" dirty="0"/>
              <a:t>the tags can say something meaningful about the content they contain</a:t>
            </a:r>
            <a:endParaRPr sz="1650" dirty="0"/>
          </a:p>
        </p:txBody>
      </p:sp>
      <p:sp>
        <p:nvSpPr>
          <p:cNvPr id="139" name="Google Shape;139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05C77"/>
                </a:solidFill>
              </a:rPr>
              <a:t>H</a:t>
            </a:r>
            <a:r>
              <a:rPr lang="en-US"/>
              <a:t>yper</a:t>
            </a:r>
            <a:r>
              <a:rPr lang="en-US">
                <a:solidFill>
                  <a:srgbClr val="205C77"/>
                </a:solidFill>
              </a:rPr>
              <a:t>T</a:t>
            </a:r>
            <a:r>
              <a:rPr lang="en-US"/>
              <a:t>ext </a:t>
            </a:r>
            <a:r>
              <a:rPr lang="en-US">
                <a:solidFill>
                  <a:srgbClr val="205C77"/>
                </a:solidFill>
              </a:rPr>
              <a:t>M</a:t>
            </a:r>
            <a:r>
              <a:rPr lang="en-US"/>
              <a:t>arkup </a:t>
            </a:r>
            <a:r>
              <a:rPr lang="en-US">
                <a:solidFill>
                  <a:srgbClr val="205C77"/>
                </a:solidFill>
              </a:rPr>
              <a:t>L</a:t>
            </a:r>
            <a:r>
              <a:rPr lang="en-US"/>
              <a:t>anguage</a:t>
            </a:r>
            <a:endParaRPr/>
          </a:p>
        </p:txBody>
      </p:sp>
      <p:sp>
        <p:nvSpPr>
          <p:cNvPr id="141" name="Google Shape;141;p4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 9/21</a:t>
            </a:r>
            <a:endParaRPr/>
          </a:p>
        </p:txBody>
      </p:sp>
      <p:sp>
        <p:nvSpPr>
          <p:cNvPr id="142" name="Google Shape;142;p4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to ITWS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"/>
          <p:cNvSpPr txBox="1">
            <a:spLocks noGrp="1"/>
          </p:cNvSpPr>
          <p:nvPr>
            <p:ph type="body" idx="1"/>
          </p:nvPr>
        </p:nvSpPr>
        <p:spPr>
          <a:xfrm>
            <a:off x="628650" y="799387"/>
            <a:ext cx="7419466" cy="325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815"/>
              <a:buFont typeface="Arial" panose="020B0604020202020204" pitchFamily="34" charset="0"/>
              <a:buChar char="•"/>
            </a:pPr>
            <a:r>
              <a:rPr lang="en-US" sz="1650" dirty="0"/>
              <a:t>Recent “HTML” versions: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650"/>
              <a:buFont typeface="Arial" panose="020B0604020202020204" pitchFamily="34" charset="0"/>
              <a:buChar char="•"/>
            </a:pPr>
            <a:r>
              <a:rPr lang="en-US" sz="1500" dirty="0"/>
              <a:t>XHTML 1.0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650"/>
              <a:buFont typeface="Arial" panose="020B0604020202020204" pitchFamily="34" charset="0"/>
              <a:buChar char="•"/>
            </a:pPr>
            <a:r>
              <a:rPr lang="en-US" sz="1500" dirty="0"/>
              <a:t>HTML 4.01</a:t>
            </a:r>
            <a:endParaRPr sz="1350" dirty="0"/>
          </a:p>
          <a:p>
            <a:pPr marL="285750" lvl="0" indent="-285750" algn="l" rtl="0">
              <a:spcBef>
                <a:spcPts val="1497"/>
              </a:spcBef>
              <a:spcAft>
                <a:spcPts val="0"/>
              </a:spcAft>
              <a:buSzPts val="1815"/>
              <a:buFont typeface="Arial" panose="020B0604020202020204" pitchFamily="34" charset="0"/>
              <a:buChar char="•"/>
            </a:pPr>
            <a:r>
              <a:rPr lang="en-US" sz="1650" dirty="0"/>
              <a:t>We will focus on XHTML &amp; HTML 5.x</a:t>
            </a:r>
            <a:endParaRPr dirty="0"/>
          </a:p>
          <a:p>
            <a:pPr marL="285750" lvl="0" indent="-285750" algn="l" rtl="0">
              <a:spcBef>
                <a:spcPts val="1497"/>
              </a:spcBef>
              <a:spcAft>
                <a:spcPts val="0"/>
              </a:spcAft>
              <a:buSzPts val="1815"/>
              <a:buFont typeface="Arial" panose="020B0604020202020204" pitchFamily="34" charset="0"/>
              <a:buChar char="•"/>
            </a:pPr>
            <a:r>
              <a:rPr lang="en-US" sz="1650" dirty="0"/>
              <a:t>Work on HTML 5 is ongoing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650"/>
              <a:buFont typeface="Arial" panose="020B0604020202020204" pitchFamily="34" charset="0"/>
              <a:buChar char="•"/>
            </a:pPr>
            <a:r>
              <a:rPr lang="en-US" sz="1500" dirty="0"/>
              <a:t>Became a </a:t>
            </a:r>
            <a:r>
              <a:rPr lang="en-US" sz="1500" u="sng" dirty="0">
                <a:solidFill>
                  <a:schemeClr val="hlink"/>
                </a:solidFill>
                <a:hlinkClick r:id="rId3"/>
              </a:rPr>
              <a:t>W3C Recommendation</a:t>
            </a:r>
            <a:r>
              <a:rPr lang="en-US" sz="1500" dirty="0"/>
              <a:t> – in Oct 2014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650"/>
              <a:buFont typeface="Arial" panose="020B0604020202020204" pitchFamily="34" charset="0"/>
              <a:buChar char="•"/>
            </a:pPr>
            <a:r>
              <a:rPr lang="en-US" sz="1500" dirty="0"/>
              <a:t>5.1 became a Recommendation in Nov-2016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650"/>
              <a:buFont typeface="Arial" panose="020B0604020202020204" pitchFamily="34" charset="0"/>
              <a:buChar char="•"/>
            </a:pPr>
            <a:r>
              <a:rPr lang="en-US" sz="1500" u="sng" dirty="0">
                <a:solidFill>
                  <a:schemeClr val="hlink"/>
                </a:solidFill>
                <a:hlinkClick r:id="rId4"/>
              </a:rPr>
              <a:t>5.2</a:t>
            </a:r>
            <a:r>
              <a:rPr lang="en-US" sz="1500" dirty="0"/>
              <a:t> is a Recommendation as of Dec 2017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650"/>
              <a:buFont typeface="Arial" panose="020B0604020202020204" pitchFamily="34" charset="0"/>
              <a:buChar char="•"/>
            </a:pPr>
            <a:r>
              <a:rPr lang="en-US" sz="1500" u="sng" dirty="0">
                <a:solidFill>
                  <a:schemeClr val="hlink"/>
                </a:solidFill>
                <a:hlinkClick r:id="rId5"/>
              </a:rPr>
              <a:t>5.3</a:t>
            </a:r>
            <a:r>
              <a:rPr lang="en-US" sz="1500" dirty="0"/>
              <a:t> is a Working Draft as of Oct 2018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650"/>
              <a:buFont typeface="Arial" panose="020B0604020202020204" pitchFamily="34" charset="0"/>
              <a:buChar char="•"/>
            </a:pPr>
            <a:r>
              <a:rPr lang="en-US" sz="1500" u="sng" dirty="0">
                <a:solidFill>
                  <a:schemeClr val="hlink"/>
                </a:solidFill>
                <a:hlinkClick r:id="rId6"/>
              </a:rPr>
              <a:t>HTML5</a:t>
            </a:r>
            <a:r>
              <a:rPr lang="en-US" sz="1500" dirty="0"/>
              <a:t>, </a:t>
            </a:r>
            <a:r>
              <a:rPr lang="en-US" sz="1500" u="sng" dirty="0">
                <a:solidFill>
                  <a:schemeClr val="hlink"/>
                </a:solidFill>
                <a:hlinkClick r:id="rId7"/>
              </a:rPr>
              <a:t>HTML 4.1</a:t>
            </a:r>
            <a:r>
              <a:rPr lang="en-US" sz="1500" dirty="0"/>
              <a:t> and </a:t>
            </a:r>
            <a:r>
              <a:rPr lang="en-US" sz="1500" u="sng" dirty="0">
                <a:solidFill>
                  <a:schemeClr val="hlink"/>
                </a:solidFill>
                <a:hlinkClick r:id="rId8"/>
              </a:rPr>
              <a:t>XHTML 1.0</a:t>
            </a:r>
            <a:r>
              <a:rPr lang="en-US" sz="1500" dirty="0"/>
              <a:t> are Obsolete Specifications as of Mar 2018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650"/>
              <a:buFont typeface="Arial" panose="020B0604020202020204" pitchFamily="34" charset="0"/>
              <a:buChar char="•"/>
            </a:pPr>
            <a:r>
              <a:rPr lang="en-US" sz="1500" dirty="0"/>
              <a:t>Now a ‘Living Standard’ (as of 2019) – most recent;</a:t>
            </a:r>
            <a:endParaRPr dirty="0"/>
          </a:p>
          <a:p>
            <a:pPr marL="799838" lvl="2" indent="-285750" algn="l" rtl="0">
              <a:spcBef>
                <a:spcPts val="451"/>
              </a:spcBef>
              <a:spcAft>
                <a:spcPts val="0"/>
              </a:spcAft>
              <a:buSzPts val="1485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C790A"/>
                </a:solidFill>
                <a:effectLst/>
                <a:latin typeface="Arial" panose="020B0604020202020204" pitchFamily="34" charset="0"/>
              </a:rPr>
              <a:t>Living Standard — Last </a:t>
            </a:r>
            <a:r>
              <a:rPr lang="en-US" sz="1600">
                <a:solidFill>
                  <a:srgbClr val="3C790A"/>
                </a:solidFill>
                <a:effectLst/>
                <a:latin typeface="Arial" panose="020B0604020202020204" pitchFamily="34" charset="0"/>
              </a:rPr>
              <a:t>Updated </a:t>
            </a:r>
            <a:r>
              <a:rPr lang="en-US" sz="1600">
                <a:solidFill>
                  <a:srgbClr val="3C790A"/>
                </a:solidFill>
                <a:latin typeface="Arial" panose="020B0604020202020204" pitchFamily="34" charset="0"/>
              </a:rPr>
              <a:t>6</a:t>
            </a:r>
            <a:r>
              <a:rPr lang="en-US" sz="1600">
                <a:solidFill>
                  <a:srgbClr val="3C790A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600" dirty="0">
                <a:solidFill>
                  <a:srgbClr val="3C790A"/>
                </a:solidFill>
                <a:effectLst/>
                <a:latin typeface="Arial" panose="020B0604020202020204" pitchFamily="34" charset="0"/>
              </a:rPr>
              <a:t>September 2025</a:t>
            </a:r>
            <a:r>
              <a:rPr lang="en-US" sz="1350" dirty="0"/>
              <a:t> - </a:t>
            </a:r>
            <a:r>
              <a:rPr lang="en-US" sz="1350" u="sng" dirty="0">
                <a:solidFill>
                  <a:schemeClr val="hlink"/>
                </a:solidFill>
                <a:hlinkClick r:id="rId9"/>
              </a:rPr>
              <a:t>https://html.spec.whatwg.org/</a:t>
            </a:r>
            <a:endParaRPr sz="1350" dirty="0"/>
          </a:p>
          <a:p>
            <a:pPr marL="725771" lvl="2" indent="-117385" algn="l" rtl="0">
              <a:spcBef>
                <a:spcPts val="451"/>
              </a:spcBef>
              <a:spcAft>
                <a:spcPts val="0"/>
              </a:spcAft>
              <a:buSzPts val="1485"/>
              <a:buNone/>
            </a:pPr>
            <a:endParaRPr sz="1350" dirty="0"/>
          </a:p>
        </p:txBody>
      </p:sp>
      <p:sp>
        <p:nvSpPr>
          <p:cNvPr id="148" name="Google Shape;148;p5"/>
          <p:cNvSpPr txBox="1">
            <a:spLocks noGrp="1"/>
          </p:cNvSpPr>
          <p:nvPr>
            <p:ph type="title"/>
          </p:nvPr>
        </p:nvSpPr>
        <p:spPr>
          <a:xfrm>
            <a:off x="1554481" y="81009"/>
            <a:ext cx="6031800" cy="595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 Versions</a:t>
            </a:r>
            <a:endParaRPr/>
          </a:p>
        </p:txBody>
      </p:sp>
      <p:sp>
        <p:nvSpPr>
          <p:cNvPr id="153" name="Google Shape;153;p5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 9/21</a:t>
            </a:r>
            <a:endParaRPr/>
          </a:p>
        </p:txBody>
      </p:sp>
      <p:sp>
        <p:nvSpPr>
          <p:cNvPr id="154" name="Google Shape;154;p5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to ITWS</a:t>
            </a:r>
            <a:endParaRPr/>
          </a:p>
        </p:txBody>
      </p:sp>
      <p:sp>
        <p:nvSpPr>
          <p:cNvPr id="150" name="Google Shape;150;p5"/>
          <p:cNvSpPr txBox="1"/>
          <p:nvPr/>
        </p:nvSpPr>
        <p:spPr>
          <a:xfrm>
            <a:off x="3977680" y="1255580"/>
            <a:ext cx="1147773" cy="302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200" tIns="24100" rIns="48200" bIns="241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205C77"/>
                </a:solidFill>
                <a:latin typeface="Arial"/>
                <a:ea typeface="Arial"/>
                <a:cs typeface="Arial"/>
                <a:sym typeface="Arial"/>
              </a:rPr>
              <a:t>HTML 5</a:t>
            </a:r>
            <a:endParaRPr dirty="0"/>
          </a:p>
        </p:txBody>
      </p:sp>
      <p:cxnSp>
        <p:nvCxnSpPr>
          <p:cNvPr id="151" name="Google Shape;151;p5"/>
          <p:cNvCxnSpPr/>
          <p:nvPr/>
        </p:nvCxnSpPr>
        <p:spPr>
          <a:xfrm>
            <a:off x="2252552" y="1302366"/>
            <a:ext cx="1614469" cy="154189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52" name="Google Shape;152;p5"/>
          <p:cNvCxnSpPr/>
          <p:nvPr/>
        </p:nvCxnSpPr>
        <p:spPr>
          <a:xfrm rot="10800000" flipH="1">
            <a:off x="2141893" y="1456555"/>
            <a:ext cx="1725128" cy="95114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 txBox="1">
            <a:spLocks noGrp="1"/>
          </p:cNvSpPr>
          <p:nvPr>
            <p:ph type="title"/>
          </p:nvPr>
        </p:nvSpPr>
        <p:spPr>
          <a:xfrm>
            <a:off x="1485360" y="205222"/>
            <a:ext cx="6172200" cy="603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 HTML Document</a:t>
            </a:r>
            <a:endParaRPr/>
          </a:p>
        </p:txBody>
      </p:sp>
      <p:sp>
        <p:nvSpPr>
          <p:cNvPr id="166" name="Google Shape;166;p6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 9/21</a:t>
            </a:r>
            <a:endParaRPr/>
          </a:p>
        </p:txBody>
      </p:sp>
      <p:sp>
        <p:nvSpPr>
          <p:cNvPr id="167" name="Google Shape;167;p6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to ITWS</a:t>
            </a:r>
            <a:endParaRPr/>
          </a:p>
        </p:txBody>
      </p:sp>
      <p:grpSp>
        <p:nvGrpSpPr>
          <p:cNvPr id="161" name="Google Shape;161;p6"/>
          <p:cNvGrpSpPr/>
          <p:nvPr/>
        </p:nvGrpSpPr>
        <p:grpSpPr>
          <a:xfrm>
            <a:off x="2241587" y="917231"/>
            <a:ext cx="4821120" cy="3577336"/>
            <a:chOff x="2275328" y="2123998"/>
            <a:chExt cx="9142272" cy="6783689"/>
          </a:xfrm>
        </p:grpSpPr>
        <p:sp>
          <p:nvSpPr>
            <p:cNvPr id="162" name="Google Shape;162;p6"/>
            <p:cNvSpPr/>
            <p:nvPr/>
          </p:nvSpPr>
          <p:spPr>
            <a:xfrm>
              <a:off x="2275328" y="2123998"/>
              <a:ext cx="9142272" cy="6783689"/>
            </a:xfrm>
            <a:prstGeom prst="rect">
              <a:avLst/>
            </a:prstGeom>
            <a:gradFill>
              <a:gsLst>
                <a:gs pos="0">
                  <a:srgbClr val="2080AA"/>
                </a:gs>
                <a:gs pos="69000">
                  <a:srgbClr val="70A4C5"/>
                </a:gs>
                <a:gs pos="100000">
                  <a:srgbClr val="B5CCDC"/>
                </a:gs>
              </a:gsLst>
              <a:path path="circle">
                <a:fillToRect l="50000" t="50000" r="50000" b="50000"/>
              </a:path>
              <a:tileRect/>
            </a:gradFill>
            <a:ln w="12700" cap="flat" cmpd="sng">
              <a:solidFill>
                <a:srgbClr val="277A9D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63500" dist="25400" dir="5400000" sx="101000" sy="101000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88450" tIns="274300" rIns="88450" bIns="442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aseline="30000" dirty="0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&lt;html&gt;</a:t>
              </a:r>
              <a:endParaRPr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aseline="300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aseline="300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aseline="300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aseline="300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aseline="300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aseline="300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aseline="30000" dirty="0">
                  <a:solidFill>
                    <a:schemeClr val="dk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&lt;/html&gt;</a:t>
              </a:r>
              <a:endParaRPr dirty="0"/>
            </a:p>
          </p:txBody>
        </p:sp>
        <p:grpSp>
          <p:nvGrpSpPr>
            <p:cNvPr id="163" name="Google Shape;163;p6"/>
            <p:cNvGrpSpPr/>
            <p:nvPr/>
          </p:nvGrpSpPr>
          <p:grpSpPr>
            <a:xfrm>
              <a:off x="3160064" y="3289821"/>
              <a:ext cx="7471104" cy="4634979"/>
              <a:chOff x="3160064" y="3061221"/>
              <a:chExt cx="7471104" cy="4634979"/>
            </a:xfrm>
          </p:grpSpPr>
          <p:sp>
            <p:nvSpPr>
              <p:cNvPr id="164" name="Google Shape;164;p6"/>
              <p:cNvSpPr/>
              <p:nvPr/>
            </p:nvSpPr>
            <p:spPr>
              <a:xfrm>
                <a:off x="3160064" y="3061221"/>
                <a:ext cx="7471104" cy="1891778"/>
              </a:xfrm>
              <a:prstGeom prst="rect">
                <a:avLst/>
              </a:prstGeom>
              <a:gradFill>
                <a:gsLst>
                  <a:gs pos="0">
                    <a:srgbClr val="84C700"/>
                  </a:gs>
                  <a:gs pos="69000">
                    <a:srgbClr val="A2D968"/>
                  </a:gs>
                  <a:gs pos="100000">
                    <a:srgbClr val="CAE6B1"/>
                  </a:gs>
                </a:gsLst>
                <a:path path="circle">
                  <a:fillToRect l="50000" t="50000" r="50000" b="50000"/>
                </a:path>
                <a:tileRect/>
              </a:gradFill>
              <a:ln w="12700" cap="flat" cmpd="sng">
                <a:solidFill>
                  <a:srgbClr val="7CB500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63500" dist="25400" dir="5400000" sx="101000" sy="101000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88450" tIns="137150" rIns="88450" bIns="4422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600" baseline="30000" dirty="0">
                    <a:solidFill>
                      <a:srgbClr val="000000"/>
                    </a:solidFill>
                    <a:latin typeface="Source Sans Pro"/>
                    <a:ea typeface="Source Sans Pro"/>
                    <a:cs typeface="Source Sans Pro"/>
                    <a:sym typeface="Source Sans Pro"/>
                  </a:rPr>
                  <a:t>&lt;head&gt;</a:t>
                </a:r>
                <a:endParaRPr sz="3600" baseline="30000" dirty="0">
                  <a:solidFill>
                    <a:srgbClr val="000000"/>
                  </a:solidFill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600" baseline="30000" dirty="0">
                    <a:solidFill>
                      <a:srgbClr val="000000"/>
                    </a:solidFill>
                    <a:latin typeface="Source Sans Pro"/>
                    <a:ea typeface="Source Sans Pro"/>
                    <a:cs typeface="Source Sans Pro"/>
                    <a:sym typeface="Source Sans Pro"/>
                  </a:rPr>
                  <a:t>&lt;/head&gt;</a:t>
                </a:r>
                <a:endParaRPr dirty="0"/>
              </a:p>
            </p:txBody>
          </p:sp>
          <p:sp>
            <p:nvSpPr>
              <p:cNvPr id="165" name="Google Shape;165;p6"/>
              <p:cNvSpPr/>
              <p:nvPr/>
            </p:nvSpPr>
            <p:spPr>
              <a:xfrm>
                <a:off x="3160064" y="4953000"/>
                <a:ext cx="7471104" cy="2743200"/>
              </a:xfrm>
              <a:prstGeom prst="rect">
                <a:avLst/>
              </a:prstGeom>
              <a:gradFill>
                <a:gsLst>
                  <a:gs pos="0">
                    <a:srgbClr val="D30000"/>
                  </a:gs>
                  <a:gs pos="69000">
                    <a:srgbClr val="E26666"/>
                  </a:gs>
                  <a:gs pos="100000">
                    <a:srgbClr val="ECAFB0"/>
                  </a:gs>
                </a:gsLst>
                <a:path path="circle">
                  <a:fillToRect l="50000" t="50000" r="50000" b="50000"/>
                </a:path>
                <a:tileRect/>
              </a:gradFill>
              <a:ln w="12700" cap="flat" cmpd="sng">
                <a:solidFill>
                  <a:srgbClr val="BF0000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63500" dist="25400" dir="5400000" sx="101000" sy="101000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88450" tIns="137150" rIns="88450" bIns="4422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600" baseline="30000" dirty="0">
                    <a:solidFill>
                      <a:srgbClr val="000000"/>
                    </a:solidFill>
                    <a:latin typeface="Source Sans Pro"/>
                    <a:ea typeface="Source Sans Pro"/>
                    <a:cs typeface="Source Sans Pro"/>
                    <a:sym typeface="Source Sans Pro"/>
                  </a:rPr>
                  <a:t>&lt;body&gt;</a:t>
                </a:r>
                <a:endParaRPr dirty="0"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600" baseline="30000" dirty="0">
                  <a:solidFill>
                    <a:srgbClr val="000000"/>
                  </a:solidFill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600" baseline="30000" dirty="0">
                    <a:solidFill>
                      <a:srgbClr val="000000"/>
                    </a:solidFill>
                    <a:latin typeface="Source Sans Pro"/>
                    <a:ea typeface="Source Sans Pro"/>
                    <a:cs typeface="Source Sans Pro"/>
                    <a:sym typeface="Source Sans Pro"/>
                  </a:rPr>
                  <a:t>&lt;/body&gt;</a:t>
                </a:r>
                <a:endParaRPr dirty="0"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1363" lvl="0" indent="-261363" algn="l" rtl="0">
              <a:spcBef>
                <a:spcPts val="0"/>
              </a:spcBef>
              <a:spcAft>
                <a:spcPts val="0"/>
              </a:spcAft>
              <a:buSzPts val="2063"/>
              <a:buNone/>
            </a:pPr>
            <a:r>
              <a:rPr lang="en-US" sz="1875"/>
              <a:t>&lt;!DOCTYPE HTML&gt;</a:t>
            </a:r>
            <a:endParaRPr/>
          </a:p>
          <a:p>
            <a:pPr marL="261363" lvl="0" indent="-261363" algn="l" rtl="0">
              <a:spcBef>
                <a:spcPts val="106"/>
              </a:spcBef>
              <a:spcAft>
                <a:spcPts val="0"/>
              </a:spcAft>
              <a:buSzPts val="1980"/>
              <a:buNone/>
            </a:pPr>
            <a:r>
              <a:rPr lang="en-US"/>
              <a:t>&lt;html&gt;</a:t>
            </a:r>
            <a:endParaRPr/>
          </a:p>
          <a:p>
            <a:pPr marL="261363" lvl="0" indent="-261363" algn="l" rtl="0">
              <a:spcBef>
                <a:spcPts val="106"/>
              </a:spcBef>
              <a:spcAft>
                <a:spcPts val="0"/>
              </a:spcAft>
              <a:buSzPts val="1980"/>
              <a:buNone/>
            </a:pPr>
            <a:r>
              <a:rPr lang="en-US"/>
              <a:t>    </a:t>
            </a:r>
            <a:r>
              <a:rPr lang="en-US">
                <a:solidFill>
                  <a:srgbClr val="5E8804"/>
                </a:solidFill>
              </a:rPr>
              <a:t>&lt;head&gt;</a:t>
            </a:r>
            <a:endParaRPr/>
          </a:p>
          <a:p>
            <a:pPr marL="261363" lvl="0" indent="-261363" algn="l" rtl="0">
              <a:spcBef>
                <a:spcPts val="106"/>
              </a:spcBef>
              <a:spcAft>
                <a:spcPts val="0"/>
              </a:spcAft>
              <a:buSzPts val="1980"/>
              <a:buNone/>
            </a:pPr>
            <a:r>
              <a:rPr lang="en-US">
                <a:solidFill>
                  <a:srgbClr val="5E8804"/>
                </a:solidFill>
              </a:rPr>
              <a:t>        &lt;title&gt;</a:t>
            </a:r>
            <a:endParaRPr/>
          </a:p>
          <a:p>
            <a:pPr marL="261363" lvl="0" indent="-261363" algn="l" rtl="0">
              <a:spcBef>
                <a:spcPts val="106"/>
              </a:spcBef>
              <a:spcAft>
                <a:spcPts val="0"/>
              </a:spcAft>
              <a:buSzPts val="1980"/>
              <a:buNone/>
            </a:pPr>
            <a:r>
              <a:rPr lang="en-US">
                <a:solidFill>
                  <a:srgbClr val="5E8804"/>
                </a:solidFill>
              </a:rPr>
              <a:t>              a title for the document</a:t>
            </a:r>
            <a:endParaRPr/>
          </a:p>
          <a:p>
            <a:pPr marL="261363" lvl="0" indent="-261363" algn="l" rtl="0">
              <a:spcBef>
                <a:spcPts val="106"/>
              </a:spcBef>
              <a:spcAft>
                <a:spcPts val="0"/>
              </a:spcAft>
              <a:buSzPts val="1980"/>
              <a:buNone/>
            </a:pPr>
            <a:r>
              <a:rPr lang="en-US">
                <a:solidFill>
                  <a:srgbClr val="5E8804"/>
                </a:solidFill>
              </a:rPr>
              <a:t>        &lt;/title&gt;</a:t>
            </a:r>
            <a:endParaRPr/>
          </a:p>
          <a:p>
            <a:pPr marL="261363" lvl="0" indent="-261363" algn="l" rtl="0">
              <a:spcBef>
                <a:spcPts val="106"/>
              </a:spcBef>
              <a:spcAft>
                <a:spcPts val="0"/>
              </a:spcAft>
              <a:buSzPts val="1980"/>
              <a:buNone/>
            </a:pPr>
            <a:r>
              <a:rPr lang="en-US">
                <a:solidFill>
                  <a:srgbClr val="5E8804"/>
                </a:solidFill>
              </a:rPr>
              <a:t>    &lt;/head&gt;</a:t>
            </a:r>
            <a:endParaRPr/>
          </a:p>
          <a:p>
            <a:pPr marL="261363" lvl="0" indent="-261363" algn="l" rtl="0">
              <a:spcBef>
                <a:spcPts val="106"/>
              </a:spcBef>
              <a:spcAft>
                <a:spcPts val="0"/>
              </a:spcAft>
              <a:buSzPts val="1980"/>
              <a:buNone/>
            </a:pPr>
            <a:r>
              <a:rPr lang="en-US"/>
              <a:t>    </a:t>
            </a:r>
            <a:r>
              <a:rPr lang="en-US">
                <a:solidFill>
                  <a:schemeClr val="accent6"/>
                </a:solidFill>
              </a:rPr>
              <a:t>&lt;body&gt;</a:t>
            </a:r>
            <a:endParaRPr/>
          </a:p>
          <a:p>
            <a:pPr marL="261363" lvl="0" indent="-261363" algn="l" rtl="0">
              <a:spcBef>
                <a:spcPts val="106"/>
              </a:spcBef>
              <a:spcAft>
                <a:spcPts val="0"/>
              </a:spcAft>
              <a:buSzPts val="1980"/>
              <a:buNone/>
            </a:pPr>
            <a:r>
              <a:rPr lang="en-US">
                <a:solidFill>
                  <a:schemeClr val="accent6"/>
                </a:solidFill>
              </a:rPr>
              <a:t>              document content goes here</a:t>
            </a:r>
            <a:endParaRPr/>
          </a:p>
          <a:p>
            <a:pPr marL="261363" lvl="0" indent="-261363" algn="l" rtl="0">
              <a:spcBef>
                <a:spcPts val="106"/>
              </a:spcBef>
              <a:spcAft>
                <a:spcPts val="0"/>
              </a:spcAft>
              <a:buSzPts val="1980"/>
              <a:buNone/>
            </a:pPr>
            <a:r>
              <a:rPr lang="en-US">
                <a:solidFill>
                  <a:schemeClr val="accent6"/>
                </a:solidFill>
              </a:rPr>
              <a:t>    &lt;/body&gt;</a:t>
            </a:r>
            <a:endParaRPr/>
          </a:p>
          <a:p>
            <a:pPr marL="261363" lvl="0" indent="-261363" algn="l" rtl="0">
              <a:spcBef>
                <a:spcPts val="106"/>
              </a:spcBef>
              <a:spcAft>
                <a:spcPts val="0"/>
              </a:spcAft>
              <a:buSzPts val="1980"/>
              <a:buNone/>
            </a:pPr>
            <a:r>
              <a:rPr lang="en-US"/>
              <a:t>&lt;/html&gt;</a:t>
            </a:r>
            <a:endParaRPr/>
          </a:p>
        </p:txBody>
      </p:sp>
      <p:sp>
        <p:nvSpPr>
          <p:cNvPr id="173" name="Google Shape;173;p7"/>
          <p:cNvSpPr txBox="1">
            <a:spLocks noGrp="1"/>
          </p:cNvSpPr>
          <p:nvPr>
            <p:ph type="title"/>
          </p:nvPr>
        </p:nvSpPr>
        <p:spPr>
          <a:xfrm>
            <a:off x="472441" y="81009"/>
            <a:ext cx="7113840" cy="60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Basic HTML Structure (HTML 5)</a:t>
            </a:r>
            <a:endParaRPr/>
          </a:p>
        </p:txBody>
      </p:sp>
      <p:sp>
        <p:nvSpPr>
          <p:cNvPr id="175" name="Google Shape;175;p7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 9/21</a:t>
            </a:r>
            <a:endParaRPr/>
          </a:p>
        </p:txBody>
      </p:sp>
      <p:sp>
        <p:nvSpPr>
          <p:cNvPr id="176" name="Google Shape;176;p7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to ITWS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sz="1600" dirty="0"/>
              <a:t>&lt;!DOCTYPE x&gt; 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540"/>
              <a:buFont typeface="Arial" panose="020B0604020202020204" pitchFamily="34" charset="0"/>
              <a:buChar char="•"/>
            </a:pPr>
            <a:r>
              <a:rPr lang="en-US" sz="1400" dirty="0"/>
              <a:t>is the prologue.  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540"/>
              <a:buFont typeface="Arial" panose="020B0604020202020204" pitchFamily="34" charset="0"/>
              <a:buChar char="•"/>
            </a:pPr>
            <a:r>
              <a:rPr lang="en-US" sz="1400" dirty="0"/>
              <a:t>tells the interpreter (Browser) what type of document follows.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540"/>
              <a:buFont typeface="Arial" panose="020B0604020202020204" pitchFamily="34" charset="0"/>
              <a:buChar char="•"/>
            </a:pPr>
            <a:r>
              <a:rPr lang="en-US" sz="1400" dirty="0"/>
              <a:t>x is the type of HTML that follows</a:t>
            </a:r>
            <a:endParaRPr dirty="0"/>
          </a:p>
          <a:p>
            <a:pPr marL="285750" lvl="0" indent="-285750" algn="l" rtl="0">
              <a:spcBef>
                <a:spcPts val="1497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sz="1600" dirty="0"/>
              <a:t>&lt;html&gt; … &lt;/html&gt;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540"/>
              <a:buFont typeface="Arial" panose="020B0604020202020204" pitchFamily="34" charset="0"/>
              <a:buChar char="•"/>
            </a:pPr>
            <a:r>
              <a:rPr lang="en-US" sz="1400" dirty="0"/>
              <a:t>Is the main tag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540"/>
              <a:buFont typeface="Arial" panose="020B0604020202020204" pitchFamily="34" charset="0"/>
              <a:buChar char="•"/>
            </a:pPr>
            <a:r>
              <a:rPr lang="en-US" sz="1400" dirty="0"/>
              <a:t>Tells the interpreter that what follows is the content of the document and that it is in HTML.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540"/>
              <a:buFont typeface="Arial" panose="020B0604020202020204" pitchFamily="34" charset="0"/>
              <a:buChar char="•"/>
            </a:pPr>
            <a:r>
              <a:rPr lang="en-US" sz="1400" dirty="0"/>
              <a:t>Every web page must have this tag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540"/>
              <a:buFont typeface="Arial" panose="020B0604020202020204" pitchFamily="34" charset="0"/>
              <a:buChar char="•"/>
            </a:pPr>
            <a:r>
              <a:rPr lang="en-US" sz="1400" dirty="0"/>
              <a:t>It is the root of the document</a:t>
            </a:r>
            <a:endParaRPr dirty="0"/>
          </a:p>
        </p:txBody>
      </p:sp>
      <p:sp>
        <p:nvSpPr>
          <p:cNvPr id="181" name="Google Shape;181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&lt;!DOCTYPE&gt; &amp; &lt;html&gt;</a:t>
            </a:r>
            <a:endParaRPr/>
          </a:p>
        </p:txBody>
      </p:sp>
      <p:sp>
        <p:nvSpPr>
          <p:cNvPr id="183" name="Google Shape;183;p8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 9/21</a:t>
            </a:r>
            <a:endParaRPr/>
          </a:p>
        </p:txBody>
      </p:sp>
      <p:sp>
        <p:nvSpPr>
          <p:cNvPr id="184" name="Google Shape;184;p8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to ITWS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650"/>
              <a:buFont typeface="Arial" panose="020B0604020202020204" pitchFamily="34" charset="0"/>
              <a:buChar char="•"/>
            </a:pPr>
            <a:r>
              <a:rPr lang="en-US" sz="1500" dirty="0"/>
              <a:t>Contains document header information, e.g. the document title, file includes, meta information, page-level scripts and styles ...</a:t>
            </a:r>
            <a:endParaRPr dirty="0"/>
          </a:p>
          <a:p>
            <a:pPr marL="285750" lvl="0" indent="-285750" algn="l" rtl="0">
              <a:spcBef>
                <a:spcPts val="1497"/>
              </a:spcBef>
              <a:spcAft>
                <a:spcPts val="0"/>
              </a:spcAft>
              <a:buSzPts val="1650"/>
              <a:buFont typeface="Arial" panose="020B0604020202020204" pitchFamily="34" charset="0"/>
              <a:buChar char="•"/>
            </a:pPr>
            <a:r>
              <a:rPr lang="en-US" sz="1500" dirty="0"/>
              <a:t>Examples of markup found in the head: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403"/>
              <a:buFont typeface="Arial" panose="020B0604020202020204" pitchFamily="34" charset="0"/>
              <a:buChar char="•"/>
            </a:pPr>
            <a:r>
              <a:rPr lang="en-US" sz="1275" dirty="0"/>
              <a:t>&lt;title&gt;Document Title&lt;/title&gt;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403"/>
              <a:buFont typeface="Arial" panose="020B0604020202020204" pitchFamily="34" charset="0"/>
              <a:buChar char="•"/>
            </a:pPr>
            <a:r>
              <a:rPr lang="en-US" sz="1275" dirty="0"/>
              <a:t>&lt;style type=“text/</a:t>
            </a:r>
            <a:r>
              <a:rPr lang="en-US" sz="1275" dirty="0" err="1"/>
              <a:t>css</a:t>
            </a:r>
            <a:r>
              <a:rPr lang="en-US" sz="1275" dirty="0"/>
              <a:t>”&gt;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403"/>
              <a:buFont typeface="Arial" panose="020B0604020202020204" pitchFamily="34" charset="0"/>
              <a:buChar char="•"/>
            </a:pPr>
            <a:r>
              <a:rPr lang="en-US" sz="1275" dirty="0"/>
              <a:t>&lt;link </a:t>
            </a:r>
            <a:r>
              <a:rPr lang="en-US" sz="1275" dirty="0" err="1"/>
              <a:t>href</a:t>
            </a:r>
            <a:r>
              <a:rPr lang="en-US" sz="1275" dirty="0"/>
              <a:t>=“</a:t>
            </a:r>
            <a:r>
              <a:rPr lang="en-US" sz="1275" dirty="0" err="1"/>
              <a:t>styles.css</a:t>
            </a:r>
            <a:r>
              <a:rPr lang="en-US" sz="1275" dirty="0"/>
              <a:t>" </a:t>
            </a:r>
            <a:r>
              <a:rPr lang="en-US" sz="1275" dirty="0" err="1"/>
              <a:t>rel</a:t>
            </a:r>
            <a:r>
              <a:rPr lang="en-US" sz="1275" dirty="0"/>
              <a:t>="stylesheet" type="text/</a:t>
            </a:r>
            <a:r>
              <a:rPr lang="en-US" sz="1275" dirty="0" err="1"/>
              <a:t>css</a:t>
            </a:r>
            <a:r>
              <a:rPr lang="en-US" sz="1275" dirty="0"/>
              <a:t>"/&gt;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403"/>
              <a:buFont typeface="Arial" panose="020B0604020202020204" pitchFamily="34" charset="0"/>
              <a:buChar char="•"/>
            </a:pPr>
            <a:r>
              <a:rPr lang="en-US" sz="1275" dirty="0"/>
              <a:t>&lt;script type=“text/</a:t>
            </a:r>
            <a:r>
              <a:rPr lang="en-US" sz="1275" dirty="0" err="1"/>
              <a:t>javascript</a:t>
            </a:r>
            <a:r>
              <a:rPr lang="en-US" sz="1275" dirty="0"/>
              <a:t>”&gt; some </a:t>
            </a:r>
            <a:r>
              <a:rPr lang="en-US" sz="1275" dirty="0" err="1"/>
              <a:t>javascript</a:t>
            </a:r>
            <a:r>
              <a:rPr lang="en-US" sz="1275" dirty="0"/>
              <a:t> here &lt;/script&gt;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403"/>
              <a:buFont typeface="Arial" panose="020B0604020202020204" pitchFamily="34" charset="0"/>
              <a:buChar char="•"/>
            </a:pPr>
            <a:r>
              <a:rPr lang="en-US" sz="1275" dirty="0"/>
              <a:t>&lt;meta http-</a:t>
            </a:r>
            <a:r>
              <a:rPr lang="en-US" sz="1275" dirty="0" err="1"/>
              <a:t>equiv</a:t>
            </a:r>
            <a:r>
              <a:rPr lang="en-US" sz="1275" dirty="0"/>
              <a:t>="Content-Type" content="text/html; charset=UTF-8"/&gt;</a:t>
            </a:r>
            <a:endParaRPr dirty="0"/>
          </a:p>
          <a:p>
            <a:pPr marL="285750" lvl="0" indent="-285750" algn="l" rtl="0">
              <a:spcBef>
                <a:spcPts val="1497"/>
              </a:spcBef>
              <a:spcAft>
                <a:spcPts val="0"/>
              </a:spcAft>
              <a:buSzPts val="1568"/>
              <a:buFont typeface="Arial" panose="020B0604020202020204" pitchFamily="34" charset="0"/>
              <a:buChar char="•"/>
            </a:pPr>
            <a:r>
              <a:rPr lang="en-US" sz="1425" dirty="0"/>
              <a:t>Note: tags may have 1 or more attributes which provide additional metadata about the data being tagged – more on this to come…</a:t>
            </a:r>
            <a:endParaRPr sz="1425" dirty="0"/>
          </a:p>
        </p:txBody>
      </p:sp>
      <p:sp>
        <p:nvSpPr>
          <p:cNvPr id="189" name="Google Shape;189;p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&lt;head&gt;…&lt;/head&gt;</a:t>
            </a:r>
            <a:endParaRPr/>
          </a:p>
        </p:txBody>
      </p:sp>
      <p:sp>
        <p:nvSpPr>
          <p:cNvPr id="191" name="Google Shape;191;p9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 9/21</a:t>
            </a:r>
            <a:endParaRPr/>
          </a:p>
        </p:txBody>
      </p:sp>
      <p:sp>
        <p:nvSpPr>
          <p:cNvPr id="192" name="Google Shape;192;p9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to ITWS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650"/>
              <a:buFont typeface="Arial" panose="020B0604020202020204" pitchFamily="34" charset="0"/>
              <a:buChar char="•"/>
            </a:pPr>
            <a:r>
              <a:rPr lang="en-US" sz="1500" dirty="0"/>
              <a:t>Contains document content, e.g. paragraphs of text, images, captions, videos, interactive components, inline scripts ...</a:t>
            </a:r>
            <a:endParaRPr dirty="0"/>
          </a:p>
          <a:p>
            <a:pPr marL="285750" lvl="0" indent="-285750" algn="l" rtl="0">
              <a:spcBef>
                <a:spcPts val="1497"/>
              </a:spcBef>
              <a:spcAft>
                <a:spcPts val="0"/>
              </a:spcAft>
              <a:buSzPts val="1650"/>
              <a:buFont typeface="Arial" panose="020B0604020202020204" pitchFamily="34" charset="0"/>
              <a:buChar char="•"/>
            </a:pPr>
            <a:r>
              <a:rPr lang="en-US" sz="1500" dirty="0"/>
              <a:t>Examples of markup found in the body: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403"/>
              <a:buFont typeface="Arial" panose="020B0604020202020204" pitchFamily="34" charset="0"/>
              <a:buChar char="•"/>
            </a:pPr>
            <a:r>
              <a:rPr lang="en-US" sz="1275" dirty="0"/>
              <a:t>&lt;h1&gt;This is a First-level Heading&lt;/h1&gt;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403"/>
              <a:buFont typeface="Arial" panose="020B0604020202020204" pitchFamily="34" charset="0"/>
              <a:buChar char="•"/>
            </a:pPr>
            <a:r>
              <a:rPr lang="en-US" sz="1275" dirty="0"/>
              <a:t>&lt;h2&gt;This is a Second-level Heading&lt;/h2&gt;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403"/>
              <a:buFont typeface="Arial" panose="020B0604020202020204" pitchFamily="34" charset="0"/>
              <a:buChar char="•"/>
            </a:pPr>
            <a:r>
              <a:rPr lang="en-US" sz="1275" dirty="0"/>
              <a:t>&lt;p&gt;paragraph text&lt;/p&gt;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403"/>
              <a:buFont typeface="Arial" panose="020B0604020202020204" pitchFamily="34" charset="0"/>
              <a:buChar char="•"/>
            </a:pPr>
            <a:r>
              <a:rPr lang="en-US" sz="1275" dirty="0"/>
              <a:t>&lt;</a:t>
            </a:r>
            <a:r>
              <a:rPr lang="en-US" sz="1275" dirty="0" err="1"/>
              <a:t>em</a:t>
            </a:r>
            <a:r>
              <a:rPr lang="en-US" sz="1275" dirty="0"/>
              <a:t>&gt;emphasized text&lt;/</a:t>
            </a:r>
            <a:r>
              <a:rPr lang="en-US" sz="1275" dirty="0" err="1"/>
              <a:t>em</a:t>
            </a:r>
            <a:r>
              <a:rPr lang="en-US" sz="1275" dirty="0"/>
              <a:t>&gt;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403"/>
              <a:buFont typeface="Arial" panose="020B0604020202020204" pitchFamily="34" charset="0"/>
              <a:buChar char="•"/>
            </a:pPr>
            <a:r>
              <a:rPr lang="en-US" sz="1275" dirty="0"/>
              <a:t>&lt;div id=“footer”&gt;An arbitrary block named “footer”&lt;/div&gt;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403"/>
              <a:buFont typeface="Arial" panose="020B0604020202020204" pitchFamily="34" charset="0"/>
              <a:buChar char="•"/>
            </a:pPr>
            <a:r>
              <a:rPr lang="en-US" sz="1275" dirty="0"/>
              <a:t>&lt;</a:t>
            </a:r>
            <a:r>
              <a:rPr lang="en-US" sz="1275" dirty="0" err="1"/>
              <a:t>img</a:t>
            </a:r>
            <a:r>
              <a:rPr lang="en-US" sz="1275" dirty="0"/>
              <a:t> </a:t>
            </a:r>
            <a:r>
              <a:rPr lang="en-US" sz="1275" dirty="0" err="1"/>
              <a:t>src</a:t>
            </a:r>
            <a:r>
              <a:rPr lang="en-US" sz="1275" dirty="0"/>
              <a:t>=“figure1.jpg” width=“500” height=“300” alt=“Figure 1”/&gt;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403"/>
              <a:buFont typeface="Arial" panose="020B0604020202020204" pitchFamily="34" charset="0"/>
              <a:buChar char="•"/>
            </a:pPr>
            <a:r>
              <a:rPr lang="en-US" sz="1275" dirty="0"/>
              <a:t>&lt;</a:t>
            </a:r>
            <a:r>
              <a:rPr lang="en-US" sz="1275" dirty="0" err="1"/>
              <a:t>ul</a:t>
            </a:r>
            <a:r>
              <a:rPr lang="en-US" sz="1275" dirty="0"/>
              <a:t>&gt;</a:t>
            </a:r>
            <a:br>
              <a:rPr lang="en-US" sz="1275" dirty="0"/>
            </a:br>
            <a:r>
              <a:rPr lang="en-US" sz="1275" dirty="0"/>
              <a:t>      &lt;li&gt;bulleted list item 1&lt;/li&gt;</a:t>
            </a:r>
            <a:br>
              <a:rPr lang="en-US" sz="1275" dirty="0"/>
            </a:br>
            <a:r>
              <a:rPr lang="en-US" sz="1275" dirty="0"/>
              <a:t>      &lt;li&gt;bulleted list item 2&lt;/li&gt;</a:t>
            </a:r>
            <a:br>
              <a:rPr lang="en-US" sz="1275" dirty="0"/>
            </a:br>
            <a:r>
              <a:rPr lang="en-US" sz="1275" dirty="0"/>
              <a:t>&lt;/</a:t>
            </a:r>
            <a:r>
              <a:rPr lang="en-US" sz="1275" dirty="0" err="1"/>
              <a:t>ul</a:t>
            </a:r>
            <a:r>
              <a:rPr lang="en-US" sz="1275" dirty="0"/>
              <a:t>&gt;</a:t>
            </a:r>
            <a:endParaRPr dirty="0"/>
          </a:p>
          <a:p>
            <a:pPr marL="514088" lvl="1" indent="-162585" algn="l" rtl="0">
              <a:spcBef>
                <a:spcPts val="451"/>
              </a:spcBef>
              <a:spcAft>
                <a:spcPts val="0"/>
              </a:spcAft>
              <a:buSzPts val="1403"/>
              <a:buNone/>
            </a:pPr>
            <a:endParaRPr sz="1275" dirty="0"/>
          </a:p>
        </p:txBody>
      </p:sp>
      <p:sp>
        <p:nvSpPr>
          <p:cNvPr id="197" name="Google Shape;197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&lt;body&gt;…&lt;/body&gt;</a:t>
            </a:r>
            <a:endParaRPr/>
          </a:p>
        </p:txBody>
      </p:sp>
      <p:sp>
        <p:nvSpPr>
          <p:cNvPr id="199" name="Google Shape;199;p10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 9/21</a:t>
            </a:r>
            <a:endParaRPr/>
          </a:p>
        </p:txBody>
      </p:sp>
      <p:sp>
        <p:nvSpPr>
          <p:cNvPr id="200" name="Google Shape;200;p10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to ITWS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980"/>
              <a:buFont typeface="Arial" panose="020B0604020202020204" pitchFamily="34" charset="0"/>
              <a:buChar char="•"/>
            </a:pPr>
            <a:r>
              <a:rPr lang="en-US" dirty="0"/>
              <a:t>HTML Tags have three basic display states:</a:t>
            </a:r>
            <a:endParaRPr dirty="0"/>
          </a:p>
          <a:p>
            <a:pPr marL="605335" lvl="1" indent="-342900" algn="l" rtl="0">
              <a:spcBef>
                <a:spcPts val="451"/>
              </a:spcBef>
              <a:spcAft>
                <a:spcPts val="0"/>
              </a:spcAft>
              <a:buSzPts val="1760"/>
              <a:buFont typeface="+mj-lt"/>
              <a:buAutoNum type="arabicPeriod"/>
            </a:pPr>
            <a:r>
              <a:rPr lang="en-US" dirty="0"/>
              <a:t>block</a:t>
            </a:r>
            <a:endParaRPr dirty="0"/>
          </a:p>
          <a:p>
            <a:pPr marL="817011" lvl="2" indent="-342900">
              <a:buSzPts val="1650"/>
              <a:buFont typeface="Arial" panose="020B0604020202020204" pitchFamily="34" charset="0"/>
              <a:buChar char="•"/>
            </a:pPr>
            <a:r>
              <a:rPr lang="en-US" dirty="0"/>
              <a:t>block elements can be thought of as </a:t>
            </a:r>
            <a:br>
              <a:rPr lang="en-US" dirty="0"/>
            </a:br>
            <a:r>
              <a:rPr lang="en-US" dirty="0"/>
              <a:t>a box with breaks before and after, </a:t>
            </a:r>
            <a:br>
              <a:rPr lang="en-US" dirty="0"/>
            </a:br>
            <a:r>
              <a:rPr lang="en-US" dirty="0"/>
              <a:t>e.g. paragraphs  &amp; headings</a:t>
            </a:r>
            <a:endParaRPr dirty="0"/>
          </a:p>
          <a:p>
            <a:pPr marL="605335" lvl="1" indent="-342900" algn="l" rtl="0">
              <a:spcBef>
                <a:spcPts val="451"/>
              </a:spcBef>
              <a:spcAft>
                <a:spcPts val="0"/>
              </a:spcAft>
              <a:buSzPts val="1760"/>
              <a:buFont typeface="+mj-lt"/>
              <a:buAutoNum type="arabicPeriod"/>
            </a:pPr>
            <a:r>
              <a:rPr lang="en-US" dirty="0"/>
              <a:t>inline</a:t>
            </a:r>
            <a:endParaRPr dirty="0"/>
          </a:p>
          <a:p>
            <a:pPr marL="817011" lvl="2" indent="-342900" algn="l" rtl="0">
              <a:spcBef>
                <a:spcPts val="451"/>
              </a:spcBef>
              <a:spcAft>
                <a:spcPts val="0"/>
              </a:spcAft>
              <a:buSzPts val="1650"/>
              <a:buFont typeface="Arial" panose="020B0604020202020204" pitchFamily="34" charset="0"/>
              <a:buChar char="•"/>
            </a:pPr>
            <a:r>
              <a:rPr lang="en-US" dirty="0"/>
              <a:t>inline elements flow with the content</a:t>
            </a:r>
            <a:br>
              <a:rPr lang="en-US" dirty="0"/>
            </a:br>
            <a:r>
              <a:rPr lang="en-US" dirty="0"/>
              <a:t>around them and do not break before </a:t>
            </a:r>
            <a:br>
              <a:rPr lang="en-US" dirty="0"/>
            </a:br>
            <a:r>
              <a:rPr lang="en-US" dirty="0"/>
              <a:t>and after, e.g. </a:t>
            </a:r>
            <a:r>
              <a:rPr lang="en-US" i="1" dirty="0"/>
              <a:t>emphasized text</a:t>
            </a:r>
            <a:endParaRPr dirty="0"/>
          </a:p>
          <a:p>
            <a:pPr marL="605335" lvl="1" indent="-342900" algn="l" rtl="0">
              <a:spcBef>
                <a:spcPts val="451"/>
              </a:spcBef>
              <a:spcAft>
                <a:spcPts val="0"/>
              </a:spcAft>
              <a:buSzPts val="1760"/>
              <a:buFont typeface="+mj-lt"/>
              <a:buAutoNum type="arabicPeriod"/>
            </a:pPr>
            <a:r>
              <a:rPr lang="en-US" dirty="0"/>
              <a:t>none</a:t>
            </a:r>
            <a:endParaRPr dirty="0"/>
          </a:p>
          <a:p>
            <a:pPr marL="759861" lvl="2" indent="-285750" algn="l" rtl="0">
              <a:spcBef>
                <a:spcPts val="451"/>
              </a:spcBef>
              <a:spcAft>
                <a:spcPts val="0"/>
              </a:spcAft>
              <a:buSzPts val="1650"/>
              <a:buFont typeface="Arial" panose="020B0604020202020204" pitchFamily="34" charset="0"/>
              <a:buChar char="•"/>
            </a:pPr>
            <a:r>
              <a:rPr lang="en-US" dirty="0"/>
              <a:t>elements with display set to none will be hidden in the browser (though their content will still exist in the markup), e.g. scripts</a:t>
            </a:r>
            <a:endParaRPr dirty="0"/>
          </a:p>
        </p:txBody>
      </p:sp>
      <p:sp>
        <p:nvSpPr>
          <p:cNvPr id="205" name="Google Shape;205;p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Markup Display Concepts</a:t>
            </a:r>
            <a:endParaRPr/>
          </a:p>
        </p:txBody>
      </p:sp>
      <p:sp>
        <p:nvSpPr>
          <p:cNvPr id="210" name="Google Shape;210;p11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 9/21</a:t>
            </a:r>
            <a:endParaRPr/>
          </a:p>
        </p:txBody>
      </p:sp>
      <p:sp>
        <p:nvSpPr>
          <p:cNvPr id="211" name="Google Shape;211;p11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to ITWS</a:t>
            </a:r>
            <a:endParaRPr/>
          </a:p>
        </p:txBody>
      </p:sp>
      <p:pic>
        <p:nvPicPr>
          <p:cNvPr id="207" name="Google Shape;20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37324" y="1567160"/>
            <a:ext cx="2009180" cy="200918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1"/>
          <p:cNvSpPr txBox="1"/>
          <p:nvPr/>
        </p:nvSpPr>
        <p:spPr>
          <a:xfrm>
            <a:off x="6057532" y="3495973"/>
            <a:ext cx="1391002" cy="279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200" tIns="24100" rIns="48200" bIns="241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05C77"/>
                </a:solidFill>
                <a:latin typeface="Arial"/>
                <a:ea typeface="Arial"/>
                <a:cs typeface="Arial"/>
                <a:sym typeface="Arial"/>
              </a:rPr>
              <a:t>CSS Box Model</a:t>
            </a:r>
            <a:endParaRPr/>
          </a:p>
        </p:txBody>
      </p:sp>
      <p:sp>
        <p:nvSpPr>
          <p:cNvPr id="209" name="Google Shape;209;p11"/>
          <p:cNvSpPr txBox="1"/>
          <p:nvPr/>
        </p:nvSpPr>
        <p:spPr>
          <a:xfrm>
            <a:off x="7643658" y="3576340"/>
            <a:ext cx="140659" cy="141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200" tIns="24100" rIns="48200" bIns="241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205C77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650">
              <a:solidFill>
                <a:srgbClr val="205C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"/>
          <p:cNvSpPr/>
          <p:nvPr/>
        </p:nvSpPr>
        <p:spPr>
          <a:xfrm>
            <a:off x="223365" y="1141079"/>
            <a:ext cx="7478891" cy="3626184"/>
          </a:xfrm>
          <a:prstGeom prst="rect">
            <a:avLst/>
          </a:prstGeom>
          <a:gradFill>
            <a:gsLst>
              <a:gs pos="0">
                <a:srgbClr val="2080AA"/>
              </a:gs>
              <a:gs pos="69000">
                <a:srgbClr val="70A4C5"/>
              </a:gs>
              <a:gs pos="100000">
                <a:srgbClr val="B5CCDC"/>
              </a:gs>
            </a:gsLst>
            <a:path path="circle">
              <a:fillToRect l="50000" t="50000" r="50000" b="50000"/>
            </a:path>
            <a:tileRect/>
          </a:gradFill>
          <a:ln w="12700" cap="flat" cmpd="sng">
            <a:solidFill>
              <a:srgbClr val="277A9D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p:spPr>
        <p:txBody>
          <a:bodyPr spcFirstLastPara="1" wrap="square" lIns="88450" tIns="44225" rIns="88450" bIns="442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481630" y="1731075"/>
            <a:ext cx="6977107" cy="1312269"/>
          </a:xfrm>
          <a:prstGeom prst="rect">
            <a:avLst/>
          </a:prstGeom>
          <a:gradFill>
            <a:gsLst>
              <a:gs pos="0">
                <a:srgbClr val="84C700"/>
              </a:gs>
              <a:gs pos="69000">
                <a:srgbClr val="A2D968"/>
              </a:gs>
              <a:gs pos="100000">
                <a:srgbClr val="CAE6B1"/>
              </a:gs>
            </a:gsLst>
            <a:path path="circle">
              <a:fillToRect l="50000" t="50000" r="50000" b="50000"/>
            </a:path>
            <a:tileRect/>
          </a:gradFill>
          <a:ln w="12700" cap="flat" cmpd="sng">
            <a:solidFill>
              <a:srgbClr val="7CB50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p:spPr>
        <p:txBody>
          <a:bodyPr spcFirstLastPara="1" wrap="square" lIns="88450" tIns="44225" rIns="88450" bIns="442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481630" y="3043344"/>
            <a:ext cx="6978148" cy="1088903"/>
          </a:xfrm>
          <a:prstGeom prst="rect">
            <a:avLst/>
          </a:prstGeom>
          <a:gradFill>
            <a:gsLst>
              <a:gs pos="0">
                <a:srgbClr val="D30000"/>
              </a:gs>
              <a:gs pos="69000">
                <a:srgbClr val="E26666"/>
              </a:gs>
              <a:gs pos="100000">
                <a:srgbClr val="ECAFB0"/>
              </a:gs>
            </a:gsLst>
            <a:path path="circle">
              <a:fillToRect l="50000" t="50000" r="50000" b="50000"/>
            </a:path>
            <a:tileRect/>
          </a:gradFill>
          <a:ln w="12700" cap="flat" cmpd="sng">
            <a:solidFill>
              <a:srgbClr val="BF000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p:spPr>
        <p:txBody>
          <a:bodyPr spcFirstLastPara="1" wrap="square" lIns="88450" tIns="44225" rIns="88450" bIns="442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20" name="Google Shape;220;p12"/>
          <p:cNvSpPr txBox="1">
            <a:spLocks noGrp="1"/>
          </p:cNvSpPr>
          <p:nvPr>
            <p:ph type="body" idx="1"/>
          </p:nvPr>
        </p:nvSpPr>
        <p:spPr>
          <a:xfrm>
            <a:off x="223366" y="1141079"/>
            <a:ext cx="7426882" cy="340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1363" lvl="0" indent="-261363" algn="l" rtl="0">
              <a:spcBef>
                <a:spcPts val="0"/>
              </a:spcBef>
              <a:spcAft>
                <a:spcPts val="0"/>
              </a:spcAft>
              <a:buSzPts val="1320"/>
              <a:buNone/>
            </a:pPr>
            <a:r>
              <a:rPr lang="en-US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&lt;!DOCTYPE html PUBLIC "-//W3C//DTD XHTML 1.0 Strict//EN" "http://www.w3.org/TR/xhtml1/DTD/xhtml1-strict.dtd"&gt;</a:t>
            </a:r>
            <a:endParaRPr/>
          </a:p>
          <a:p>
            <a:pPr marL="261363" lvl="0" indent="-261363" algn="l" rtl="0">
              <a:spcBef>
                <a:spcPts val="106"/>
              </a:spcBef>
              <a:spcAft>
                <a:spcPts val="0"/>
              </a:spcAft>
              <a:buSzPts val="1320"/>
              <a:buNone/>
            </a:pPr>
            <a:r>
              <a:rPr lang="en-US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&lt;html xmlns="http://www.w3.org/1999/xhtml" xml:lang="en" lang="en"&gt; </a:t>
            </a:r>
            <a:endParaRPr sz="135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261363" lvl="0" indent="-261363" algn="l" rtl="0">
              <a:spcBef>
                <a:spcPts val="106"/>
              </a:spcBef>
              <a:spcAft>
                <a:spcPts val="0"/>
              </a:spcAft>
              <a:buSzPts val="1485"/>
              <a:buNone/>
            </a:pPr>
            <a:r>
              <a:rPr lang="en-US" sz="135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&lt;head&gt;</a:t>
            </a:r>
            <a:endParaRPr/>
          </a:p>
          <a:p>
            <a:pPr marL="261363" lvl="0" indent="-261363" algn="l" rtl="0">
              <a:spcBef>
                <a:spcPts val="106"/>
              </a:spcBef>
              <a:spcAft>
                <a:spcPts val="0"/>
              </a:spcAft>
              <a:buSzPts val="1485"/>
              <a:buNone/>
            </a:pPr>
            <a:r>
              <a:rPr lang="en-US" sz="135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    &lt;meta http-equiv="Content-Type" content="text/html; charset=UTF-8"/&gt; </a:t>
            </a:r>
            <a:endParaRPr/>
          </a:p>
          <a:p>
            <a:pPr marL="261363" lvl="0" indent="-261363" algn="l" rtl="0">
              <a:spcBef>
                <a:spcPts val="106"/>
              </a:spcBef>
              <a:spcAft>
                <a:spcPts val="0"/>
              </a:spcAft>
              <a:buSzPts val="1485"/>
              <a:buNone/>
            </a:pPr>
            <a:r>
              <a:rPr lang="en-US" sz="135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    &lt;title&gt;</a:t>
            </a:r>
            <a:endParaRPr/>
          </a:p>
          <a:p>
            <a:pPr marL="261363" lvl="0" indent="-261363" algn="l" rtl="0">
              <a:spcBef>
                <a:spcPts val="106"/>
              </a:spcBef>
              <a:spcAft>
                <a:spcPts val="0"/>
              </a:spcAft>
              <a:buSzPts val="1485"/>
              <a:buNone/>
            </a:pPr>
            <a:r>
              <a:rPr lang="en-US" sz="135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          a title for the document</a:t>
            </a:r>
            <a:endParaRPr/>
          </a:p>
          <a:p>
            <a:pPr marL="261363" lvl="0" indent="-261363" algn="l" rtl="0">
              <a:spcBef>
                <a:spcPts val="106"/>
              </a:spcBef>
              <a:spcAft>
                <a:spcPts val="0"/>
              </a:spcAft>
              <a:buSzPts val="1485"/>
              <a:buNone/>
            </a:pPr>
            <a:r>
              <a:rPr lang="en-US" sz="135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    &lt;/title&gt;</a:t>
            </a:r>
            <a:endParaRPr/>
          </a:p>
          <a:p>
            <a:pPr marL="261363" lvl="0" indent="-261363" algn="l" rtl="0">
              <a:spcBef>
                <a:spcPts val="106"/>
              </a:spcBef>
              <a:spcAft>
                <a:spcPts val="0"/>
              </a:spcAft>
              <a:buSzPts val="1485"/>
              <a:buNone/>
            </a:pPr>
            <a:r>
              <a:rPr lang="en-US" sz="135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&lt;/head&gt;</a:t>
            </a:r>
            <a:endParaRPr/>
          </a:p>
          <a:p>
            <a:pPr marL="261363" lvl="0" indent="-261363" algn="l" rtl="0">
              <a:spcBef>
                <a:spcPts val="106"/>
              </a:spcBef>
              <a:spcAft>
                <a:spcPts val="0"/>
              </a:spcAft>
              <a:buSzPts val="1485"/>
              <a:buNone/>
            </a:pPr>
            <a:r>
              <a:rPr lang="en-US" sz="135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&lt;body&gt;</a:t>
            </a:r>
            <a:endParaRPr/>
          </a:p>
          <a:p>
            <a:pPr marL="261363" lvl="0" indent="-261363" algn="l" rtl="0">
              <a:spcBef>
                <a:spcPts val="106"/>
              </a:spcBef>
              <a:spcAft>
                <a:spcPts val="0"/>
              </a:spcAft>
              <a:buSzPts val="1485"/>
              <a:buNone/>
            </a:pPr>
            <a:r>
              <a:rPr lang="en-US" sz="135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    &lt;div id=“content”&gt;</a:t>
            </a:r>
            <a:endParaRPr/>
          </a:p>
          <a:p>
            <a:pPr marL="261363" lvl="0" indent="-261363" algn="l" rtl="0">
              <a:spcBef>
                <a:spcPts val="106"/>
              </a:spcBef>
              <a:spcAft>
                <a:spcPts val="0"/>
              </a:spcAft>
              <a:buSzPts val="1485"/>
              <a:buNone/>
            </a:pPr>
            <a:r>
              <a:rPr lang="en-US" sz="135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         document content goes here</a:t>
            </a:r>
            <a:endParaRPr/>
          </a:p>
          <a:p>
            <a:pPr marL="261363" lvl="0" indent="-261363" algn="l" rtl="0">
              <a:spcBef>
                <a:spcPts val="106"/>
              </a:spcBef>
              <a:spcAft>
                <a:spcPts val="0"/>
              </a:spcAft>
              <a:buSzPts val="1485"/>
              <a:buNone/>
            </a:pPr>
            <a:r>
              <a:rPr lang="en-US" sz="135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    &lt;/div&gt;</a:t>
            </a:r>
            <a:endParaRPr/>
          </a:p>
          <a:p>
            <a:pPr marL="261363" lvl="0" indent="-261363" algn="l" rtl="0">
              <a:spcBef>
                <a:spcPts val="106"/>
              </a:spcBef>
              <a:spcAft>
                <a:spcPts val="0"/>
              </a:spcAft>
              <a:buSzPts val="1485"/>
              <a:buNone/>
            </a:pPr>
            <a:r>
              <a:rPr lang="en-US" sz="135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&lt;/body&gt;</a:t>
            </a:r>
            <a:endParaRPr/>
          </a:p>
          <a:p>
            <a:pPr marL="261363" lvl="0" indent="-261363" algn="l" rtl="0">
              <a:spcBef>
                <a:spcPts val="106"/>
              </a:spcBef>
              <a:spcAft>
                <a:spcPts val="0"/>
              </a:spcAft>
              <a:buSzPts val="1320"/>
              <a:buNone/>
            </a:pPr>
            <a:r>
              <a:rPr lang="en-US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&lt;/html&gt;</a:t>
            </a:r>
            <a:endParaRPr/>
          </a:p>
        </p:txBody>
      </p:sp>
      <p:sp>
        <p:nvSpPr>
          <p:cNvPr id="219" name="Google Shape;219;p12"/>
          <p:cNvSpPr txBox="1">
            <a:spLocks noGrp="1"/>
          </p:cNvSpPr>
          <p:nvPr>
            <p:ph type="title"/>
          </p:nvPr>
        </p:nvSpPr>
        <p:spPr>
          <a:xfrm>
            <a:off x="1554481" y="81009"/>
            <a:ext cx="6031800" cy="1002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XHTML Document</a:t>
            </a:r>
            <a:endParaRPr/>
          </a:p>
        </p:txBody>
      </p:sp>
      <p:sp>
        <p:nvSpPr>
          <p:cNvPr id="221" name="Google Shape;221;p12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 9/21</a:t>
            </a:r>
            <a:endParaRPr/>
          </a:p>
        </p:txBody>
      </p:sp>
      <p:sp>
        <p:nvSpPr>
          <p:cNvPr id="222" name="Google Shape;222;p12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to ITWS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980"/>
              <a:buFont typeface="Arial" panose="020B0604020202020204" pitchFamily="34" charset="0"/>
              <a:buChar char="•"/>
            </a:pPr>
            <a:r>
              <a:rPr lang="en-US" dirty="0" err="1"/>
              <a:t>eXtensible</a:t>
            </a:r>
            <a:r>
              <a:rPr lang="en-US" dirty="0"/>
              <a:t> </a:t>
            </a:r>
            <a:r>
              <a:rPr lang="en-US" dirty="0" err="1"/>
              <a:t>HyperText</a:t>
            </a:r>
            <a:r>
              <a:rPr lang="en-US" dirty="0"/>
              <a:t> Markup Language</a:t>
            </a:r>
            <a:endParaRPr dirty="0"/>
          </a:p>
          <a:p>
            <a:pPr marL="285750" lvl="0" indent="-285750" algn="l" rtl="0">
              <a:spcBef>
                <a:spcPts val="1497"/>
              </a:spcBef>
              <a:spcAft>
                <a:spcPts val="0"/>
              </a:spcAft>
              <a:buSzPts val="1980"/>
              <a:buFont typeface="Arial" panose="020B0604020202020204" pitchFamily="34" charset="0"/>
              <a:buChar char="•"/>
            </a:pPr>
            <a:r>
              <a:rPr lang="en-US" dirty="0"/>
              <a:t>Consists of 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a DOCTYPE to tell us what html version we are using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A &lt;head&gt;, &lt;title&gt;, and &lt;body&gt;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elements or “tags”: </a:t>
            </a:r>
            <a:r>
              <a:rPr lang="en-US" sz="1350" dirty="0"/>
              <a:t>&lt;p&gt;A paragraph tag&lt;/p&gt;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attributes: </a:t>
            </a:r>
            <a:r>
              <a:rPr lang="en-US" sz="1350" dirty="0"/>
              <a:t>&lt;p class=“golden”&gt;</a:t>
            </a:r>
            <a:r>
              <a:rPr lang="en-US" sz="1350" i="1" dirty="0"/>
              <a:t>class</a:t>
            </a:r>
            <a:r>
              <a:rPr lang="en-US" sz="1350" dirty="0"/>
              <a:t> is an attribute on </a:t>
            </a:r>
            <a:r>
              <a:rPr lang="en-US" sz="1350" i="1" dirty="0"/>
              <a:t>p</a:t>
            </a:r>
            <a:r>
              <a:rPr lang="en-US" sz="1350" dirty="0"/>
              <a:t>&lt;/p&gt;</a:t>
            </a:r>
            <a:endParaRPr dirty="0"/>
          </a:p>
          <a:p>
            <a:pPr marL="725771" lvl="2" indent="-211683" algn="l" rtl="0">
              <a:spcBef>
                <a:spcPts val="451"/>
              </a:spcBef>
              <a:spcAft>
                <a:spcPts val="0"/>
              </a:spcAft>
              <a:buSzPts val="1320"/>
              <a:buFont typeface="Arial" panose="020B0604020202020204" pitchFamily="34" charset="0"/>
              <a:buChar char="•"/>
            </a:pPr>
            <a:r>
              <a:rPr lang="en-US" sz="1200" dirty="0"/>
              <a:t>some attributes are mandatory, e.g. the script tag requires a </a:t>
            </a:r>
            <a:r>
              <a:rPr lang="en-US" sz="1200" i="1" dirty="0"/>
              <a:t>type:</a:t>
            </a:r>
            <a:br>
              <a:rPr lang="en-US" sz="1200" i="1" dirty="0"/>
            </a:br>
            <a:r>
              <a:rPr lang="en-US" sz="1200" dirty="0"/>
              <a:t>&lt;script type=“text/</a:t>
            </a:r>
            <a:r>
              <a:rPr lang="en-US" sz="1200" dirty="0" err="1"/>
              <a:t>javascript</a:t>
            </a:r>
            <a:r>
              <a:rPr lang="en-US" sz="1200" dirty="0"/>
              <a:t>”&gt;&lt;/script&gt;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Text nodes (e.g. the text we see in a paragraph)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There may be embedded scripts or styles (within &lt;script&gt; and &lt;style&gt; tags.</a:t>
            </a:r>
            <a:endParaRPr dirty="0"/>
          </a:p>
        </p:txBody>
      </p:sp>
      <p:sp>
        <p:nvSpPr>
          <p:cNvPr id="228" name="Google Shape;228;p13"/>
          <p:cNvSpPr txBox="1">
            <a:spLocks noGrp="1"/>
          </p:cNvSpPr>
          <p:nvPr>
            <p:ph type="title"/>
          </p:nvPr>
        </p:nvSpPr>
        <p:spPr>
          <a:xfrm>
            <a:off x="1554481" y="81009"/>
            <a:ext cx="6031800" cy="1002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XHTML </a:t>
            </a:r>
            <a:r>
              <a:rPr lang="en-US" sz="1500"/>
              <a:t>1 of 2</a:t>
            </a:r>
            <a:endParaRPr/>
          </a:p>
        </p:txBody>
      </p:sp>
      <p:sp>
        <p:nvSpPr>
          <p:cNvPr id="230" name="Google Shape;230;p13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 9/21</a:t>
            </a:r>
            <a:endParaRPr/>
          </a:p>
        </p:txBody>
      </p:sp>
      <p:sp>
        <p:nvSpPr>
          <p:cNvPr id="231" name="Google Shape;231;p13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to ITWS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980"/>
              <a:buFont typeface="Arial" panose="020B0604020202020204" pitchFamily="34" charset="0"/>
              <a:buChar char="•"/>
            </a:pPr>
            <a:r>
              <a:rPr lang="en-US" dirty="0"/>
              <a:t>Rules of the road: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elements must be closed </a:t>
            </a:r>
            <a:r>
              <a:rPr lang="en-US" sz="1050" dirty="0"/>
              <a:t>&lt;p&gt; closing tag 🡪 &lt;/p&gt;, &lt;</a:t>
            </a:r>
            <a:r>
              <a:rPr lang="en-US" sz="1050" dirty="0" err="1"/>
              <a:t>br</a:t>
            </a:r>
            <a:r>
              <a:rPr lang="en-US" sz="1050" dirty="0"/>
              <a:t> /&gt; 🡨 also closed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attributes must be quoted </a:t>
            </a:r>
            <a:r>
              <a:rPr lang="en-US" sz="1050" dirty="0"/>
              <a:t>&lt;p class=“</a:t>
            </a:r>
            <a:r>
              <a:rPr lang="en-US" sz="1050" dirty="0" err="1"/>
              <a:t>shinyGem</a:t>
            </a:r>
            <a:r>
              <a:rPr lang="en-US" sz="1050" dirty="0"/>
              <a:t>”&gt;is correct&lt;/p&gt;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elements and attribute names must be lower case </a:t>
            </a:r>
            <a:br>
              <a:rPr lang="en-US" dirty="0"/>
            </a:br>
            <a:r>
              <a:rPr lang="en-US" sz="1050" dirty="0"/>
              <a:t>&lt;p&gt;is correct&lt;/p&gt;, &lt;P&gt; is not, &lt;p class=“LOVELY”&gt;is correct&lt;/p&gt;, &lt;p CLASS=“</a:t>
            </a:r>
            <a:r>
              <a:rPr lang="en-US" sz="1050" dirty="0" err="1"/>
              <a:t>isnot</a:t>
            </a:r>
            <a:r>
              <a:rPr lang="en-US" sz="1050" dirty="0"/>
              <a:t>”&gt;...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nesting must be correct </a:t>
            </a:r>
            <a:r>
              <a:rPr lang="en-US" sz="1050" dirty="0"/>
              <a:t>&lt;strong&gt;&lt;</a:t>
            </a:r>
            <a:r>
              <a:rPr lang="en-US" sz="1050" dirty="0" err="1"/>
              <a:t>em</a:t>
            </a:r>
            <a:r>
              <a:rPr lang="en-US" sz="1050" dirty="0"/>
              <a:t>&gt;is correct&lt;/</a:t>
            </a:r>
            <a:r>
              <a:rPr lang="en-US" sz="1050" dirty="0" err="1"/>
              <a:t>em</a:t>
            </a:r>
            <a:r>
              <a:rPr lang="en-US" sz="1050" dirty="0"/>
              <a:t>&gt;&lt;/strong&gt;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DOCTYPE, head, title, and body are mandatory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extra white space is ignored by the browser </a:t>
            </a:r>
            <a:br>
              <a:rPr lang="en-US" dirty="0"/>
            </a:br>
            <a:r>
              <a:rPr lang="en-US" sz="1050" dirty="0"/>
              <a:t>ten spaces are the same as one</a:t>
            </a:r>
            <a:endParaRPr dirty="0"/>
          </a:p>
          <a:p>
            <a:pPr marL="285750" lvl="0" indent="-285750" algn="l" rtl="0">
              <a:spcBef>
                <a:spcPts val="1497"/>
              </a:spcBef>
              <a:spcAft>
                <a:spcPts val="0"/>
              </a:spcAft>
              <a:buSzPts val="1980"/>
              <a:buFont typeface="Arial" panose="020B0604020202020204" pitchFamily="34" charset="0"/>
              <a:buChar char="•"/>
            </a:pPr>
            <a:r>
              <a:rPr lang="en-US" b="1" u="sng" dirty="0">
                <a:solidFill>
                  <a:schemeClr val="hlink"/>
                </a:solidFill>
                <a:hlinkClick r:id="rId3"/>
              </a:rPr>
              <a:t>Validate your code</a:t>
            </a:r>
            <a:r>
              <a:rPr lang="en-US" b="1" dirty="0"/>
              <a:t>. </a:t>
            </a:r>
            <a:endParaRPr sz="1350" b="1" dirty="0"/>
          </a:p>
          <a:p>
            <a:pPr marL="514088" lvl="1" indent="-136391" algn="l" rtl="0">
              <a:spcBef>
                <a:spcPts val="451"/>
              </a:spcBef>
              <a:spcAft>
                <a:spcPts val="0"/>
              </a:spcAft>
              <a:buSzPts val="1815"/>
              <a:buNone/>
            </a:pPr>
            <a:endParaRPr dirty="0"/>
          </a:p>
        </p:txBody>
      </p:sp>
      <p:sp>
        <p:nvSpPr>
          <p:cNvPr id="237" name="Google Shape;237;p14"/>
          <p:cNvSpPr txBox="1">
            <a:spLocks noGrp="1"/>
          </p:cNvSpPr>
          <p:nvPr>
            <p:ph type="title"/>
          </p:nvPr>
        </p:nvSpPr>
        <p:spPr>
          <a:xfrm>
            <a:off x="1554481" y="81009"/>
            <a:ext cx="6031800" cy="1002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XHTML </a:t>
            </a:r>
            <a:r>
              <a:rPr lang="en-US" sz="1350"/>
              <a:t>2 of 2</a:t>
            </a:r>
            <a:endParaRPr/>
          </a:p>
        </p:txBody>
      </p:sp>
      <p:sp>
        <p:nvSpPr>
          <p:cNvPr id="239" name="Google Shape;239;p14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 9/21</a:t>
            </a:r>
            <a:endParaRPr/>
          </a:p>
        </p:txBody>
      </p:sp>
      <p:sp>
        <p:nvSpPr>
          <p:cNvPr id="240" name="Google Shape;240;p14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to ITWS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485"/>
              <a:buFont typeface="Arial" panose="020B0604020202020204" pitchFamily="34" charset="0"/>
              <a:buChar char="•"/>
            </a:pPr>
            <a:r>
              <a:rPr lang="en-US" sz="1350" dirty="0"/>
              <a:t>Cascading Style Sheets – we will focus on CSS2 (and some CSS3)</a:t>
            </a:r>
            <a:endParaRPr dirty="0"/>
          </a:p>
          <a:p>
            <a:pPr marL="285750" lvl="0" indent="-285750" algn="l" rtl="0">
              <a:spcBef>
                <a:spcPts val="1497"/>
              </a:spcBef>
              <a:spcAft>
                <a:spcPts val="0"/>
              </a:spcAft>
              <a:buSzPts val="1485"/>
              <a:buFont typeface="Arial" panose="020B0604020202020204" pitchFamily="34" charset="0"/>
              <a:buChar char="•"/>
            </a:pPr>
            <a:r>
              <a:rPr lang="en-US" sz="1350" dirty="0"/>
              <a:t>A CSS document is a list of rules that apply styles to HTML elements</a:t>
            </a:r>
            <a:endParaRPr dirty="0"/>
          </a:p>
          <a:p>
            <a:pPr marL="285750" lvl="0" indent="-285750" algn="l" rtl="0">
              <a:spcBef>
                <a:spcPts val="1497"/>
              </a:spcBef>
              <a:spcAft>
                <a:spcPts val="0"/>
              </a:spcAft>
              <a:buSzPts val="1485"/>
              <a:buFont typeface="Arial" panose="020B0604020202020204" pitchFamily="34" charset="0"/>
              <a:buChar char="•"/>
            </a:pPr>
            <a:r>
              <a:rPr lang="en-US" sz="1350" dirty="0"/>
              <a:t>Consists of 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485"/>
              <a:buFont typeface="Arial" panose="020B0604020202020204" pitchFamily="34" charset="0"/>
              <a:buChar char="•"/>
            </a:pPr>
            <a:r>
              <a:rPr lang="en-US" sz="1350" dirty="0"/>
              <a:t>Selectors</a:t>
            </a:r>
            <a:endParaRPr dirty="0"/>
          </a:p>
          <a:p>
            <a:pPr marL="725771" lvl="2" indent="-211683" algn="l" rtl="0">
              <a:spcBef>
                <a:spcPts val="451"/>
              </a:spcBef>
              <a:spcAft>
                <a:spcPts val="0"/>
              </a:spcAft>
              <a:buSzPts val="1320"/>
              <a:buFont typeface="Arial" panose="020B0604020202020204" pitchFamily="34" charset="0"/>
              <a:buChar char="•"/>
            </a:pPr>
            <a:r>
              <a:rPr lang="en-US" sz="1200" dirty="0"/>
              <a:t>quite literally, things we select for styling</a:t>
            </a:r>
            <a:endParaRPr dirty="0"/>
          </a:p>
          <a:p>
            <a:pPr marL="725771" lvl="2" indent="-211683" algn="l" rtl="0">
              <a:spcBef>
                <a:spcPts val="451"/>
              </a:spcBef>
              <a:spcAft>
                <a:spcPts val="0"/>
              </a:spcAft>
              <a:buSzPts val="1320"/>
              <a:buFont typeface="Arial" panose="020B0604020202020204" pitchFamily="34" charset="0"/>
              <a:buChar char="•"/>
            </a:pPr>
            <a:r>
              <a:rPr lang="en-US" sz="1200" dirty="0"/>
              <a:t>can select on tags, IDs, classes, pseudo-classes, and combinations thereof</a:t>
            </a:r>
            <a:endParaRPr dirty="0"/>
          </a:p>
          <a:p>
            <a:pPr marL="725771" lvl="2" indent="-211683" algn="l" rtl="0">
              <a:spcBef>
                <a:spcPts val="451"/>
              </a:spcBef>
              <a:spcAft>
                <a:spcPts val="0"/>
              </a:spcAft>
              <a:buSzPts val="1320"/>
              <a:buFont typeface="Arial" panose="020B0604020202020204" pitchFamily="34" charset="0"/>
              <a:buChar char="•"/>
            </a:pPr>
            <a:r>
              <a:rPr lang="en-US" sz="1200" dirty="0"/>
              <a:t>can select children, descendants, parents, ancestors, etc. of an element</a:t>
            </a:r>
            <a:endParaRPr dirty="0"/>
          </a:p>
          <a:p>
            <a:pPr marL="725771" lvl="2" indent="-211683" algn="l" rtl="0">
              <a:spcBef>
                <a:spcPts val="451"/>
              </a:spcBef>
              <a:spcAft>
                <a:spcPts val="0"/>
              </a:spcAft>
              <a:buSzPts val="1320"/>
              <a:buFont typeface="Arial" panose="020B0604020202020204" pitchFamily="34" charset="0"/>
              <a:buChar char="•"/>
            </a:pPr>
            <a:r>
              <a:rPr lang="en-US" sz="1200" dirty="0"/>
              <a:t>See </a:t>
            </a:r>
            <a:r>
              <a:rPr lang="en-US" sz="1200" u="sng" dirty="0">
                <a:solidFill>
                  <a:schemeClr val="hlink"/>
                </a:solidFill>
                <a:hlinkClick r:id="rId3"/>
              </a:rPr>
              <a:t>http://www.w3.org/TR/CSS3/selector.html</a:t>
            </a:r>
            <a:r>
              <a:rPr lang="en-US" sz="1200" dirty="0"/>
              <a:t> </a:t>
            </a:r>
            <a:endParaRPr dirty="0"/>
          </a:p>
          <a:p>
            <a:pPr marL="725771" lvl="2" indent="-211683" algn="l" rtl="0">
              <a:spcBef>
                <a:spcPts val="451"/>
              </a:spcBef>
              <a:spcAft>
                <a:spcPts val="0"/>
              </a:spcAft>
              <a:buSzPts val="1320"/>
              <a:buFont typeface="Arial" panose="020B0604020202020204" pitchFamily="34" charset="0"/>
              <a:buChar char="•"/>
            </a:pPr>
            <a:r>
              <a:rPr lang="en-US" sz="1200" dirty="0"/>
              <a:t>See </a:t>
            </a:r>
            <a:r>
              <a:rPr lang="en-US" sz="1200" u="sng" dirty="0">
                <a:solidFill>
                  <a:schemeClr val="hlink"/>
                </a:solidFill>
                <a:hlinkClick r:id="rId4"/>
              </a:rPr>
              <a:t>http://css.maxdesign.com.au/selectutorial/</a:t>
            </a:r>
            <a:r>
              <a:rPr lang="en-US" sz="1200" dirty="0"/>
              <a:t> </a:t>
            </a:r>
          </a:p>
          <a:p>
            <a:pPr marL="725771" lvl="2" indent="-211683" algn="l" rtl="0">
              <a:spcBef>
                <a:spcPts val="451"/>
              </a:spcBef>
              <a:spcAft>
                <a:spcPts val="0"/>
              </a:spcAft>
              <a:buSzPts val="1320"/>
              <a:buFont typeface="Arial" panose="020B0604020202020204" pitchFamily="34" charset="0"/>
              <a:buChar char="•"/>
            </a:pPr>
            <a:r>
              <a:rPr lang="en-US" sz="1200" dirty="0"/>
              <a:t>See </a:t>
            </a:r>
            <a:r>
              <a:rPr lang="en-US" sz="1200" dirty="0">
                <a:hlinkClick r:id="rId5"/>
              </a:rPr>
              <a:t>https://www.w3schools.com/cssref/css_selectors.php</a:t>
            </a:r>
            <a:endParaRPr lang="en-US" sz="1200" dirty="0"/>
          </a:p>
          <a:p>
            <a:pPr marL="725771" lvl="2" indent="-211683" algn="l" rtl="0">
              <a:spcBef>
                <a:spcPts val="451"/>
              </a:spcBef>
              <a:spcAft>
                <a:spcPts val="0"/>
              </a:spcAft>
              <a:buSzPts val="1320"/>
              <a:buFont typeface="Arial" panose="020B0604020202020204" pitchFamily="34" charset="0"/>
              <a:buChar char="•"/>
            </a:pPr>
            <a:r>
              <a:rPr lang="en-US" sz="1200" dirty="0"/>
              <a:t>See </a:t>
            </a:r>
            <a:r>
              <a:rPr lang="en-US" sz="1200" dirty="0">
                <a:hlinkClick r:id="rId6"/>
              </a:rPr>
              <a:t>https://css-tricks.com/css-selectors/</a:t>
            </a:r>
            <a:br>
              <a:rPr lang="en-US" sz="1200" dirty="0"/>
            </a:br>
            <a:endParaRPr sz="1200"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485"/>
              <a:buFont typeface="Arial" panose="020B0604020202020204" pitchFamily="34" charset="0"/>
              <a:buChar char="•"/>
            </a:pPr>
            <a:r>
              <a:rPr lang="en-US" sz="1350" dirty="0"/>
              <a:t>Property/value pairs in declaration blocks</a:t>
            </a:r>
            <a:endParaRPr sz="1200" dirty="0"/>
          </a:p>
        </p:txBody>
      </p:sp>
      <p:sp>
        <p:nvSpPr>
          <p:cNvPr id="246" name="Google Shape;246;p15"/>
          <p:cNvSpPr txBox="1">
            <a:spLocks noGrp="1"/>
          </p:cNvSpPr>
          <p:nvPr>
            <p:ph type="title"/>
          </p:nvPr>
        </p:nvSpPr>
        <p:spPr>
          <a:xfrm>
            <a:off x="1554481" y="81009"/>
            <a:ext cx="6031800" cy="1002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CSS</a:t>
            </a:r>
            <a:endParaRPr/>
          </a:p>
        </p:txBody>
      </p:sp>
      <p:sp>
        <p:nvSpPr>
          <p:cNvPr id="248" name="Google Shape;248;p15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 9/21</a:t>
            </a:r>
            <a:endParaRPr/>
          </a:p>
        </p:txBody>
      </p:sp>
      <p:sp>
        <p:nvSpPr>
          <p:cNvPr id="249" name="Google Shape;249;p15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to ITWS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15"/>
              <a:buNone/>
            </a:pPr>
            <a:r>
              <a:rPr lang="en-US" sz="1650" b="1">
                <a:latin typeface="Courier New"/>
                <a:ea typeface="Courier New"/>
                <a:cs typeface="Courier New"/>
                <a:sym typeface="Courier New"/>
              </a:rPr>
              <a:t>#footer {</a:t>
            </a:r>
            <a:br>
              <a:rPr lang="en-US" sz="165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50" b="1">
                <a:latin typeface="Courier New"/>
                <a:ea typeface="Courier New"/>
                <a:cs typeface="Courier New"/>
                <a:sym typeface="Courier New"/>
              </a:rPr>
              <a:t>  border-top: 1px solid black;</a:t>
            </a:r>
            <a:br>
              <a:rPr lang="en-US" sz="165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50" b="1">
                <a:latin typeface="Courier New"/>
                <a:ea typeface="Courier New"/>
                <a:cs typeface="Courier New"/>
                <a:sym typeface="Courier New"/>
              </a:rPr>
              <a:t>  padding: 0.5em 1em 1em 1em;</a:t>
            </a:r>
            <a:br>
              <a:rPr lang="en-US" sz="165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50" b="1">
                <a:latin typeface="Courier New"/>
                <a:ea typeface="Courier New"/>
                <a:cs typeface="Courier New"/>
                <a:sym typeface="Courier New"/>
              </a:rPr>
              <a:t>  color: #333;</a:t>
            </a:r>
            <a:br>
              <a:rPr lang="en-US" sz="165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50" b="1">
                <a:latin typeface="Courier New"/>
                <a:ea typeface="Courier New"/>
                <a:cs typeface="Courier New"/>
                <a:sym typeface="Courier New"/>
              </a:rPr>
              <a:t>  background-color: #eee;</a:t>
            </a:r>
            <a:br>
              <a:rPr lang="en-US" sz="165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50" b="1">
                <a:latin typeface="Courier New"/>
                <a:ea typeface="Courier New"/>
                <a:cs typeface="Courier New"/>
                <a:sym typeface="Courier New"/>
              </a:rPr>
              <a:t>}</a:t>
            </a:r>
            <a:br>
              <a:rPr lang="en-US" sz="165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50" b="1">
                <a:latin typeface="Courier New"/>
                <a:ea typeface="Courier New"/>
                <a:cs typeface="Courier New"/>
                <a:sym typeface="Courier New"/>
              </a:rPr>
              <a:t>#footer p {</a:t>
            </a:r>
            <a:br>
              <a:rPr lang="en-US" sz="165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50" b="1">
                <a:latin typeface="Courier New"/>
                <a:ea typeface="Courier New"/>
                <a:cs typeface="Courier New"/>
                <a:sym typeface="Courier New"/>
              </a:rPr>
              <a:t>  margin: 0 0 1em 0;</a:t>
            </a:r>
            <a:br>
              <a:rPr lang="en-US" sz="165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50" b="1">
                <a:latin typeface="Courier New"/>
                <a:ea typeface="Courier New"/>
                <a:cs typeface="Courier New"/>
                <a:sym typeface="Courier New"/>
              </a:rPr>
              <a:t>  padding: 0;</a:t>
            </a:r>
            <a:br>
              <a:rPr lang="en-US" sz="165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50" b="1">
                <a:latin typeface="Courier New"/>
                <a:ea typeface="Courier New"/>
                <a:cs typeface="Courier New"/>
                <a:sym typeface="Courier New"/>
              </a:rPr>
              <a:t>}</a:t>
            </a:r>
            <a:br>
              <a:rPr lang="en-US" sz="165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50" b="1">
                <a:latin typeface="Courier New"/>
                <a:ea typeface="Courier New"/>
                <a:cs typeface="Courier New"/>
                <a:sym typeface="Courier New"/>
              </a:rPr>
              <a:t>#footer p a:hover {</a:t>
            </a:r>
            <a:br>
              <a:rPr lang="en-US" sz="165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50" b="1">
                <a:latin typeface="Courier New"/>
                <a:ea typeface="Courier New"/>
                <a:cs typeface="Courier New"/>
                <a:sym typeface="Courier New"/>
              </a:rPr>
              <a:t>  font-weight: bold;</a:t>
            </a:r>
            <a:br>
              <a:rPr lang="en-US" sz="165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50" b="1">
                <a:latin typeface="Courier New"/>
                <a:ea typeface="Courier New"/>
                <a:cs typeface="Courier New"/>
                <a:sym typeface="Courier New"/>
              </a:rPr>
              <a:t>  font-style: italic;</a:t>
            </a:r>
            <a:br>
              <a:rPr lang="en-US" sz="165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50" b="1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255" name="Google Shape;255;p16"/>
          <p:cNvSpPr txBox="1">
            <a:spLocks noGrp="1"/>
          </p:cNvSpPr>
          <p:nvPr>
            <p:ph type="title"/>
          </p:nvPr>
        </p:nvSpPr>
        <p:spPr>
          <a:xfrm>
            <a:off x="1554481" y="81009"/>
            <a:ext cx="6031800" cy="1002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CSS Example</a:t>
            </a:r>
            <a:endParaRPr/>
          </a:p>
        </p:txBody>
      </p:sp>
      <p:sp>
        <p:nvSpPr>
          <p:cNvPr id="258" name="Google Shape;258;p16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 9/21</a:t>
            </a:r>
            <a:endParaRPr/>
          </a:p>
        </p:txBody>
      </p:sp>
      <p:sp>
        <p:nvSpPr>
          <p:cNvPr id="259" name="Google Shape;259;p16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to ITWS</a:t>
            </a:r>
            <a:endParaRPr/>
          </a:p>
        </p:txBody>
      </p:sp>
      <p:sp>
        <p:nvSpPr>
          <p:cNvPr id="257" name="Google Shape;257;p16"/>
          <p:cNvSpPr txBox="1"/>
          <p:nvPr/>
        </p:nvSpPr>
        <p:spPr>
          <a:xfrm>
            <a:off x="4629632" y="2697570"/>
            <a:ext cx="3008298" cy="216982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 w="12700" cap="flat" cmpd="sng">
            <a:solidFill>
              <a:srgbClr val="21485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&lt;div id=“footer”&gt;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  &lt;p&gt;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    &lt;a href=“somepage.html”&gt;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      This link will be </a:t>
            </a:r>
            <a:br>
              <a:rPr lang="en-US" sz="1350" b="1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350" b="1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      styled on a mouse</a:t>
            </a:r>
            <a:br>
              <a:rPr lang="en-US" sz="1350" b="1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350" b="1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      hover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    &lt;/a&gt;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  &lt;/p&gt;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650"/>
              <a:buFont typeface="Arial" panose="020B0604020202020204" pitchFamily="34" charset="0"/>
              <a:buChar char="•"/>
            </a:pPr>
            <a:r>
              <a:rPr lang="en-US" sz="1500" dirty="0"/>
              <a:t>Where to put them?  Three ways to do it:</a:t>
            </a:r>
            <a:endParaRPr dirty="0"/>
          </a:p>
          <a:p>
            <a:pPr marL="605344" lvl="1" indent="-342900" algn="l" rtl="0">
              <a:spcBef>
                <a:spcPts val="451"/>
              </a:spcBef>
              <a:spcAft>
                <a:spcPts val="0"/>
              </a:spcAft>
              <a:buSzPts val="1650"/>
              <a:buFont typeface="Source Sans Pro"/>
              <a:buAutoNum type="arabicPeriod"/>
            </a:pPr>
            <a:r>
              <a:rPr lang="en-US" sz="1500" dirty="0"/>
              <a:t>external stylesheets</a:t>
            </a:r>
            <a:endParaRPr sz="1500" dirty="0"/>
          </a:p>
          <a:p>
            <a:pPr marL="799838" lvl="2" indent="-285750" algn="l" rtl="0">
              <a:spcBef>
                <a:spcPts val="451"/>
              </a:spcBef>
              <a:spcAft>
                <a:spcPts val="0"/>
              </a:spcAft>
              <a:buSzPts val="1485"/>
              <a:buFont typeface="Arial" panose="020B0604020202020204" pitchFamily="34" charset="0"/>
              <a:buChar char="•"/>
            </a:pPr>
            <a:r>
              <a:rPr lang="en-US" sz="1350" dirty="0"/>
              <a:t>this is best – your stylesheets will be cached by the browser and can be referenced by all your pages</a:t>
            </a:r>
            <a:endParaRPr dirty="0"/>
          </a:p>
          <a:p>
            <a:pPr marL="799838" lvl="2" indent="-285750" algn="l" rtl="0">
              <a:spcBef>
                <a:spcPts val="451"/>
              </a:spcBef>
              <a:spcAft>
                <a:spcPts val="0"/>
              </a:spcAft>
              <a:buSzPts val="1485"/>
              <a:buFont typeface="Arial" panose="020B0604020202020204" pitchFamily="34" charset="0"/>
              <a:buChar char="•"/>
            </a:pPr>
            <a:r>
              <a:rPr lang="en-US" sz="1350" dirty="0"/>
              <a:t>ex:  </a:t>
            </a:r>
            <a:r>
              <a:rPr lang="en-US" sz="1050" b="1" dirty="0">
                <a:latin typeface="Courier New"/>
                <a:ea typeface="Courier New"/>
                <a:cs typeface="Courier New"/>
                <a:sym typeface="Courier New"/>
              </a:rPr>
              <a:t>&lt;link </a:t>
            </a:r>
            <a:r>
              <a:rPr lang="en-US" sz="1050" b="1" dirty="0" err="1">
                <a:latin typeface="Courier New"/>
                <a:ea typeface="Courier New"/>
                <a:cs typeface="Courier New"/>
                <a:sym typeface="Courier New"/>
              </a:rPr>
              <a:t>href</a:t>
            </a:r>
            <a:r>
              <a:rPr lang="en-US" sz="1050" b="1" dirty="0">
                <a:latin typeface="Courier New"/>
                <a:ea typeface="Courier New"/>
                <a:cs typeface="Courier New"/>
                <a:sym typeface="Courier New"/>
              </a:rPr>
              <a:t>=“</a:t>
            </a:r>
            <a:r>
              <a:rPr lang="en-US" sz="1050" b="1" dirty="0" err="1">
                <a:latin typeface="Courier New"/>
                <a:ea typeface="Courier New"/>
                <a:cs typeface="Courier New"/>
                <a:sym typeface="Courier New"/>
              </a:rPr>
              <a:t>mystyle.css</a:t>
            </a:r>
            <a:r>
              <a:rPr lang="en-US" sz="1050" b="1" dirty="0">
                <a:latin typeface="Courier New"/>
                <a:ea typeface="Courier New"/>
                <a:cs typeface="Courier New"/>
                <a:sym typeface="Courier New"/>
              </a:rPr>
              <a:t>" </a:t>
            </a:r>
            <a:r>
              <a:rPr lang="en-US" sz="1050" b="1" dirty="0" err="1">
                <a:latin typeface="Courier New"/>
                <a:ea typeface="Courier New"/>
                <a:cs typeface="Courier New"/>
                <a:sym typeface="Courier New"/>
              </a:rPr>
              <a:t>rel</a:t>
            </a:r>
            <a:r>
              <a:rPr lang="en-US" sz="1050" b="1" dirty="0">
                <a:latin typeface="Courier New"/>
                <a:ea typeface="Courier New"/>
                <a:cs typeface="Courier New"/>
                <a:sym typeface="Courier New"/>
              </a:rPr>
              <a:t>="stylesheet" type="text/</a:t>
            </a:r>
            <a:r>
              <a:rPr lang="en-US" sz="1050" b="1" dirty="0" err="1">
                <a:latin typeface="Courier New"/>
                <a:ea typeface="Courier New"/>
                <a:cs typeface="Courier New"/>
                <a:sym typeface="Courier New"/>
              </a:rPr>
              <a:t>css</a:t>
            </a:r>
            <a:r>
              <a:rPr lang="en-US" sz="1050" b="1" dirty="0">
                <a:latin typeface="Courier New"/>
                <a:ea typeface="Courier New"/>
                <a:cs typeface="Courier New"/>
                <a:sym typeface="Courier New"/>
              </a:rPr>
              <a:t>"/&gt;</a:t>
            </a:r>
            <a:endParaRPr dirty="0"/>
          </a:p>
          <a:p>
            <a:pPr marL="605344" lvl="1" indent="-342900" algn="l" rtl="0">
              <a:spcBef>
                <a:spcPts val="451"/>
              </a:spcBef>
              <a:spcAft>
                <a:spcPts val="0"/>
              </a:spcAft>
              <a:buSzPts val="1650"/>
              <a:buFont typeface="Source Sans Pro"/>
              <a:buAutoNum type="arabicPeriod"/>
            </a:pPr>
            <a:r>
              <a:rPr lang="en-US" sz="1500" dirty="0"/>
              <a:t>embedded (in-page) styles</a:t>
            </a:r>
            <a:endParaRPr dirty="0"/>
          </a:p>
          <a:p>
            <a:pPr marL="799838" lvl="2" indent="-285750" algn="l" rtl="0">
              <a:spcBef>
                <a:spcPts val="451"/>
              </a:spcBef>
              <a:spcAft>
                <a:spcPts val="0"/>
              </a:spcAft>
              <a:buSzPts val="1485"/>
              <a:buFont typeface="Arial" panose="020B0604020202020204" pitchFamily="34" charset="0"/>
              <a:buChar char="•"/>
            </a:pPr>
            <a:r>
              <a:rPr lang="en-US" sz="1350" dirty="0"/>
              <a:t>useful for a one-off style on a specific page</a:t>
            </a:r>
            <a:endParaRPr dirty="0"/>
          </a:p>
          <a:p>
            <a:pPr marL="799838" lvl="2" indent="-285750" algn="l" rtl="0">
              <a:spcBef>
                <a:spcPts val="451"/>
              </a:spcBef>
              <a:spcAft>
                <a:spcPts val="0"/>
              </a:spcAft>
              <a:buSzPts val="1485"/>
              <a:buFont typeface="Arial" panose="020B0604020202020204" pitchFamily="34" charset="0"/>
              <a:buChar char="•"/>
            </a:pPr>
            <a:r>
              <a:rPr lang="en-US" sz="1350" dirty="0"/>
              <a:t>ex: </a:t>
            </a:r>
            <a:r>
              <a:rPr lang="en-US" sz="1050" b="1" dirty="0">
                <a:latin typeface="Courier New"/>
                <a:ea typeface="Courier New"/>
                <a:cs typeface="Courier New"/>
                <a:sym typeface="Courier New"/>
              </a:rPr>
              <a:t>&lt;head&gt;&lt;style type="text/</a:t>
            </a:r>
            <a:r>
              <a:rPr lang="en-US" sz="1050" b="1" dirty="0" err="1">
                <a:latin typeface="Courier New"/>
                <a:ea typeface="Courier New"/>
                <a:cs typeface="Courier New"/>
                <a:sym typeface="Courier New"/>
              </a:rPr>
              <a:t>css</a:t>
            </a:r>
            <a:r>
              <a:rPr lang="en-US" sz="1050" b="1" dirty="0">
                <a:latin typeface="Courier New"/>
                <a:ea typeface="Courier New"/>
                <a:cs typeface="Courier New"/>
                <a:sym typeface="Courier New"/>
              </a:rPr>
              <a:t>"&gt;…styles go here…&lt;/style&gt;&lt;/head&gt;</a:t>
            </a:r>
            <a:endParaRPr sz="1350" dirty="0"/>
          </a:p>
          <a:p>
            <a:pPr marL="605344" lvl="1" indent="-342900" algn="l" rtl="0">
              <a:spcBef>
                <a:spcPts val="451"/>
              </a:spcBef>
              <a:spcAft>
                <a:spcPts val="0"/>
              </a:spcAft>
              <a:buSzPts val="1650"/>
              <a:buFont typeface="Source Sans Pro"/>
              <a:buAutoNum type="arabicPeriod"/>
            </a:pPr>
            <a:r>
              <a:rPr lang="en-US" sz="1500" dirty="0"/>
              <a:t>inline styles</a:t>
            </a:r>
            <a:endParaRPr dirty="0"/>
          </a:p>
          <a:p>
            <a:pPr marL="799838" lvl="2" indent="-285750" algn="l" rtl="0">
              <a:spcBef>
                <a:spcPts val="451"/>
              </a:spcBef>
              <a:spcAft>
                <a:spcPts val="0"/>
              </a:spcAft>
              <a:buSzPts val="1485"/>
              <a:buFont typeface="Arial" panose="020B0604020202020204" pitchFamily="34" charset="0"/>
              <a:buChar char="•"/>
            </a:pPr>
            <a:r>
              <a:rPr lang="en-US" sz="1350" dirty="0"/>
              <a:t>Good for testing, and </a:t>
            </a:r>
            <a:r>
              <a:rPr lang="en-US" sz="1350" i="1" dirty="0"/>
              <a:t>sometimes</a:t>
            </a:r>
            <a:r>
              <a:rPr lang="en-US" sz="1350" dirty="0"/>
              <a:t> helpful when generating sites</a:t>
            </a:r>
            <a:endParaRPr dirty="0"/>
          </a:p>
          <a:p>
            <a:pPr marL="799838" lvl="2" indent="-285750" algn="l" rtl="0">
              <a:spcBef>
                <a:spcPts val="451"/>
              </a:spcBef>
              <a:spcAft>
                <a:spcPts val="0"/>
              </a:spcAft>
              <a:buSzPts val="1485"/>
              <a:buFont typeface="Arial" panose="020B0604020202020204" pitchFamily="34" charset="0"/>
              <a:buChar char="•"/>
            </a:pPr>
            <a:r>
              <a:rPr lang="en-US" sz="1350" dirty="0"/>
              <a:t>Generally avoid</a:t>
            </a:r>
            <a:endParaRPr dirty="0"/>
          </a:p>
          <a:p>
            <a:pPr marL="799838" lvl="2" indent="-285750" algn="l" rtl="0">
              <a:spcBef>
                <a:spcPts val="451"/>
              </a:spcBef>
              <a:spcAft>
                <a:spcPts val="0"/>
              </a:spcAft>
              <a:buSzPts val="1485"/>
              <a:buFont typeface="Arial" panose="020B0604020202020204" pitchFamily="34" charset="0"/>
              <a:buChar char="•"/>
            </a:pPr>
            <a:r>
              <a:rPr lang="en-US" sz="1350" dirty="0"/>
              <a:t>ex: </a:t>
            </a:r>
            <a:r>
              <a:rPr lang="en-US" sz="1050" b="1" dirty="0">
                <a:latin typeface="Courier New"/>
                <a:ea typeface="Courier New"/>
                <a:cs typeface="Courier New"/>
                <a:sym typeface="Courier New"/>
              </a:rPr>
              <a:t>&lt;p style="font-weight: bold;"&gt;…&lt;/p&gt;</a:t>
            </a:r>
            <a:endParaRPr sz="1050" dirty="0"/>
          </a:p>
        </p:txBody>
      </p:sp>
      <p:sp>
        <p:nvSpPr>
          <p:cNvPr id="264" name="Google Shape;264;p17"/>
          <p:cNvSpPr txBox="1">
            <a:spLocks noGrp="1"/>
          </p:cNvSpPr>
          <p:nvPr>
            <p:ph type="title"/>
          </p:nvPr>
        </p:nvSpPr>
        <p:spPr>
          <a:xfrm>
            <a:off x="1554481" y="81009"/>
            <a:ext cx="6031800" cy="1002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Declaring Styles</a:t>
            </a:r>
            <a:endParaRPr/>
          </a:p>
        </p:txBody>
      </p:sp>
      <p:sp>
        <p:nvSpPr>
          <p:cNvPr id="266" name="Google Shape;266;p17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 9/21</a:t>
            </a:r>
            <a:endParaRPr/>
          </a:p>
        </p:txBody>
      </p:sp>
      <p:sp>
        <p:nvSpPr>
          <p:cNvPr id="267" name="Google Shape;267;p17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to ITWS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Selectors</a:t>
            </a:r>
            <a:endParaRPr/>
          </a:p>
        </p:txBody>
      </p:sp>
      <p:sp>
        <p:nvSpPr>
          <p:cNvPr id="275" name="Google Shape;275;p18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 9/21</a:t>
            </a:r>
            <a:endParaRPr/>
          </a:p>
        </p:txBody>
      </p:sp>
      <p:sp>
        <p:nvSpPr>
          <p:cNvPr id="276" name="Google Shape;276;p18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to ITWS</a:t>
            </a:r>
            <a:endParaRPr/>
          </a:p>
        </p:txBody>
      </p:sp>
      <p:graphicFrame>
        <p:nvGraphicFramePr>
          <p:cNvPr id="273" name="Google Shape;273;p18"/>
          <p:cNvGraphicFramePr/>
          <p:nvPr/>
        </p:nvGraphicFramePr>
        <p:xfrm>
          <a:off x="1681843" y="1237931"/>
          <a:ext cx="5780300" cy="3059375"/>
        </p:xfrm>
        <a:graphic>
          <a:graphicData uri="http://schemas.openxmlformats.org/drawingml/2006/table">
            <a:tbl>
              <a:tblPr firstRow="1" bandRow="1">
                <a:noFill/>
                <a:tableStyleId>{12AF3842-10DB-4DCF-9461-E96A582B0DAD}</a:tableStyleId>
              </a:tblPr>
              <a:tblGrid>
                <a:gridCol w="289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HTML like this</a:t>
                      </a:r>
                      <a:endParaRPr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i="1"/>
                        <a:t>might</a:t>
                      </a:r>
                      <a:r>
                        <a:rPr lang="en-US" sz="1000"/>
                        <a:t> be selected like this</a:t>
                      </a:r>
                      <a:endParaRPr sz="1000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Source Sans Pro"/>
                        <a:buNone/>
                      </a:pPr>
                      <a:r>
                        <a:rPr lang="en-US" sz="1000" b="1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ID selectors</a:t>
                      </a:r>
                      <a:endParaRPr/>
                    </a:p>
                  </a:txBody>
                  <a:tcPr marL="68575" marR="68575" marT="34300" marB="34300">
                    <a:solidFill>
                      <a:srgbClr val="90BFD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&lt;div id=“header”&gt;&lt;/div&gt;</a:t>
                      </a:r>
                      <a:endParaRPr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#header {} </a:t>
                      </a:r>
                      <a:endParaRPr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&lt;h2 id=“mainTitle”&gt;&lt;/h2&gt;</a:t>
                      </a:r>
                      <a:endParaRPr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h2#mainTitle {}</a:t>
                      </a:r>
                      <a:endParaRPr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Source Sans Pro"/>
                        <a:buNone/>
                      </a:pPr>
                      <a:r>
                        <a:rPr lang="en-US" sz="1000" b="1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class selectors</a:t>
                      </a:r>
                      <a:endParaRPr/>
                    </a:p>
                  </a:txBody>
                  <a:tcPr marL="68575" marR="68575" marT="34300" marB="34300">
                    <a:solidFill>
                      <a:srgbClr val="90BFD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&lt;p class=“green”&gt;&lt;/p&gt;</a:t>
                      </a:r>
                      <a:endParaRPr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.green {}</a:t>
                      </a:r>
                      <a:endParaRPr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&lt;li class=“selected”&gt;&lt;/li&gt;</a:t>
                      </a:r>
                      <a:endParaRPr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li.selected {}</a:t>
                      </a:r>
                      <a:endParaRPr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1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Source Sans Pro"/>
                        <a:buNone/>
                      </a:pPr>
                      <a:r>
                        <a:rPr lang="en-US" sz="1000" b="1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element selectors</a:t>
                      </a:r>
                      <a:endParaRPr sz="1000" b="1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68575" marR="68575" marT="34300" marB="34300">
                    <a:solidFill>
                      <a:srgbClr val="90BFD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&lt;p class=“green”&gt;&lt;/p&gt;</a:t>
                      </a:r>
                      <a:endParaRPr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 {}</a:t>
                      </a:r>
                      <a:endParaRPr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&lt;h1&gt;&lt;/h1&gt;</a:t>
                      </a:r>
                      <a:endParaRPr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h1 {}</a:t>
                      </a:r>
                      <a:endParaRPr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&lt;p&gt;&lt;strong&gt;hi&lt;/strong&gt;&lt;/p&gt;</a:t>
                      </a:r>
                      <a:endParaRPr/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 strong {}</a:t>
                      </a:r>
                      <a:endParaRPr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74" name="Google Shape;274;p18"/>
          <p:cNvSpPr txBox="1"/>
          <p:nvPr/>
        </p:nvSpPr>
        <p:spPr>
          <a:xfrm>
            <a:off x="1681843" y="4424902"/>
            <a:ext cx="357822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See </a:t>
            </a:r>
            <a:r>
              <a:rPr lang="en-US" sz="1200" b="0" i="0" u="sng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http://www.w3.org/TR/CSS2/selector.html</a:t>
            </a:r>
            <a:r>
              <a:rPr lang="en-US" sz="12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980"/>
              <a:buFont typeface="Arial" panose="020B0604020202020204" pitchFamily="34" charset="0"/>
              <a:buChar char="•"/>
            </a:pPr>
            <a:r>
              <a:rPr lang="en-US" dirty="0"/>
              <a:t>An "id" is a </a:t>
            </a:r>
            <a:r>
              <a:rPr lang="en-US" i="1" u="sng" dirty="0"/>
              <a:t>unique</a:t>
            </a:r>
            <a:r>
              <a:rPr lang="en-US" dirty="0"/>
              <a:t> identifier for an element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For example, &lt;div id="footer"&gt;&lt;/div&gt;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An id of a specific name should only exist once in a document (it must be unique)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Ids are useful for naming important blocks </a:t>
            </a:r>
            <a:endParaRPr dirty="0"/>
          </a:p>
          <a:p>
            <a:pPr marL="514088" lvl="1" indent="-251643" algn="l" rtl="0">
              <a:spcBef>
                <a:spcPts val="451"/>
              </a:spcBef>
              <a:spcAft>
                <a:spcPts val="0"/>
              </a:spcAft>
              <a:buSzPts val="1320"/>
              <a:buFont typeface="Arial" panose="020B0604020202020204" pitchFamily="34" charset="0"/>
              <a:buChar char="•"/>
            </a:pPr>
            <a:r>
              <a:rPr lang="en-US" sz="1200" i="1" dirty="0"/>
              <a:t>Aside: "footer"  actually has its own element defined in HTML5 </a:t>
            </a:r>
            <a:br>
              <a:rPr lang="en-US" sz="1200" i="1" dirty="0"/>
            </a:br>
            <a:r>
              <a:rPr lang="en-US" sz="1200" i="1" dirty="0"/>
              <a:t>&lt;footer&gt;&lt;/footer&gt;</a:t>
            </a:r>
            <a:endParaRPr i="1" dirty="0"/>
          </a:p>
          <a:p>
            <a:pPr marL="285750" lvl="0" indent="-285750" algn="l" rtl="0">
              <a:spcBef>
                <a:spcPts val="1497"/>
              </a:spcBef>
              <a:spcAft>
                <a:spcPts val="0"/>
              </a:spcAft>
              <a:buSzPts val="1980"/>
              <a:buFont typeface="Arial" panose="020B0604020202020204" pitchFamily="34" charset="0"/>
              <a:buChar char="•"/>
            </a:pPr>
            <a:r>
              <a:rPr lang="en-US" dirty="0"/>
              <a:t>A "class" is a </a:t>
            </a:r>
            <a:r>
              <a:rPr lang="en-US" i="1" u="sng" dirty="0"/>
              <a:t>non-unique</a:t>
            </a:r>
            <a:r>
              <a:rPr lang="en-US" dirty="0"/>
              <a:t> identifier for an element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For example, &lt;div class="</a:t>
            </a:r>
            <a:r>
              <a:rPr lang="en-US" dirty="0" err="1"/>
              <a:t>rightCallOut</a:t>
            </a:r>
            <a:r>
              <a:rPr lang="en-US" dirty="0"/>
              <a:t>"&gt;&lt;/div&gt;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A class can be placed on many elements</a:t>
            </a:r>
            <a:endParaRPr dirty="0"/>
          </a:p>
        </p:txBody>
      </p:sp>
      <p:sp>
        <p:nvSpPr>
          <p:cNvPr id="281" name="Google Shape;281;p19"/>
          <p:cNvSpPr txBox="1">
            <a:spLocks noGrp="1"/>
          </p:cNvSpPr>
          <p:nvPr>
            <p:ph type="title"/>
          </p:nvPr>
        </p:nvSpPr>
        <p:spPr>
          <a:xfrm>
            <a:off x="1554481" y="81009"/>
            <a:ext cx="6031800" cy="1002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IDs and Classes</a:t>
            </a:r>
            <a:endParaRPr/>
          </a:p>
        </p:txBody>
      </p:sp>
      <p:sp>
        <p:nvSpPr>
          <p:cNvPr id="283" name="Google Shape;283;p19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 9/21</a:t>
            </a:r>
            <a:endParaRPr/>
          </a:p>
        </p:txBody>
      </p:sp>
      <p:sp>
        <p:nvSpPr>
          <p:cNvPr id="284" name="Google Shape;284;p19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to ITWS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980"/>
              <a:buFont typeface="Arial" panose="020B0604020202020204" pitchFamily="34" charset="0"/>
              <a:buChar char="•"/>
            </a:pPr>
            <a:r>
              <a:rPr lang="en-US" dirty="0"/>
              <a:t>IDs trump classes (by a lot)</a:t>
            </a:r>
            <a:endParaRPr dirty="0"/>
          </a:p>
          <a:p>
            <a:pPr marL="285750" lvl="0" indent="-285750" algn="l" rtl="0">
              <a:spcBef>
                <a:spcPts val="1497"/>
              </a:spcBef>
              <a:spcAft>
                <a:spcPts val="0"/>
              </a:spcAft>
              <a:buSzPts val="1980"/>
              <a:buFont typeface="Arial" panose="020B0604020202020204" pitchFamily="34" charset="0"/>
              <a:buChar char="•"/>
            </a:pPr>
            <a:r>
              <a:rPr lang="en-US" dirty="0"/>
              <a:t> More specific trumps less specific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You can set general rules and then override with a class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ex:  </a:t>
            </a:r>
            <a:endParaRPr dirty="0"/>
          </a:p>
          <a:p>
            <a:pPr marL="799838" lvl="2" indent="-285750" algn="l" rtl="0">
              <a:spcBef>
                <a:spcPts val="451"/>
              </a:spcBef>
              <a:spcAft>
                <a:spcPts val="0"/>
              </a:spcAft>
              <a:buSzPts val="1650"/>
              <a:buFont typeface="Arial" panose="020B0604020202020204" pitchFamily="34" charset="0"/>
              <a:buChar char="•"/>
            </a:pPr>
            <a:r>
              <a:rPr lang="en-US" dirty="0" err="1"/>
              <a:t>p.someclass</a:t>
            </a:r>
            <a:r>
              <a:rPr lang="en-US" dirty="0"/>
              <a:t> (more specific) trumps a simple p (less specific)</a:t>
            </a:r>
            <a:endParaRPr dirty="0"/>
          </a:p>
          <a:p>
            <a:pPr marL="285750" lvl="0" indent="-285750" algn="l" rtl="0">
              <a:spcBef>
                <a:spcPts val="1497"/>
              </a:spcBef>
              <a:spcAft>
                <a:spcPts val="0"/>
              </a:spcAft>
              <a:buSzPts val="1980"/>
              <a:buFont typeface="Arial" panose="020B0604020202020204" pitchFamily="34" charset="0"/>
              <a:buChar char="•"/>
            </a:pPr>
            <a:r>
              <a:rPr lang="en-US" dirty="0"/>
              <a:t>Style rules are read in order top to bottom.  </a:t>
            </a:r>
            <a:br>
              <a:rPr lang="en-US" dirty="0"/>
            </a:br>
            <a:r>
              <a:rPr lang="en-US" dirty="0"/>
              <a:t>If two style rules call the same selector, 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Later styles trump earlier styles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Inline styles trump embedded styles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Embedded styles trump externally declared styles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(So again, more specific trumps less specific)</a:t>
            </a:r>
            <a:endParaRPr dirty="0"/>
          </a:p>
        </p:txBody>
      </p:sp>
      <p:sp>
        <p:nvSpPr>
          <p:cNvPr id="289" name="Google Shape;289;p20"/>
          <p:cNvSpPr txBox="1">
            <a:spLocks noGrp="1"/>
          </p:cNvSpPr>
          <p:nvPr>
            <p:ph type="title"/>
          </p:nvPr>
        </p:nvSpPr>
        <p:spPr>
          <a:xfrm>
            <a:off x="1554481" y="81009"/>
            <a:ext cx="6031800" cy="1002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Precedence and the Cascade</a:t>
            </a:r>
            <a:endParaRPr/>
          </a:p>
        </p:txBody>
      </p:sp>
      <p:sp>
        <p:nvSpPr>
          <p:cNvPr id="291" name="Google Shape;291;p20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 9/21</a:t>
            </a:r>
            <a:endParaRPr/>
          </a:p>
        </p:txBody>
      </p:sp>
      <p:sp>
        <p:nvSpPr>
          <p:cNvPr id="292" name="Google Shape;292;p20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to ITWS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Precedence Example</a:t>
            </a:r>
            <a:endParaRPr/>
          </a:p>
        </p:txBody>
      </p:sp>
      <p:sp>
        <p:nvSpPr>
          <p:cNvPr id="299" name="Google Shape;299;p21"/>
          <p:cNvSpPr txBox="1">
            <a:spLocks noGrp="1"/>
          </p:cNvSpPr>
          <p:nvPr>
            <p:ph type="body" idx="1"/>
          </p:nvPr>
        </p:nvSpPr>
        <p:spPr>
          <a:xfrm>
            <a:off x="964865" y="1803315"/>
            <a:ext cx="3006842" cy="2085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760"/>
              <a:buNone/>
            </a:pP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&lt;ul class="menu"&gt;</a:t>
            </a:r>
            <a:b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      &lt;li&gt;item 1&lt;/li&gt;</a:t>
            </a:r>
            <a:b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      &lt;li&gt;item 2&lt;/li&gt;</a:t>
            </a:r>
            <a:b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      &lt;li&gt;item 3&lt;/li&gt;</a:t>
            </a:r>
            <a:b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&lt;/ul&gt;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1650"/>
              <a:buNone/>
            </a:pPr>
            <a:endParaRPr/>
          </a:p>
        </p:txBody>
      </p:sp>
      <p:sp>
        <p:nvSpPr>
          <p:cNvPr id="300" name="Google Shape;300;p21"/>
          <p:cNvSpPr txBox="1">
            <a:spLocks noGrp="1"/>
          </p:cNvSpPr>
          <p:nvPr>
            <p:ph type="body" idx="2"/>
          </p:nvPr>
        </p:nvSpPr>
        <p:spPr>
          <a:xfrm>
            <a:off x="4752955" y="1803315"/>
            <a:ext cx="2799570" cy="2085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760"/>
              <a:buNone/>
            </a:pP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.menu li {</a:t>
            </a:r>
            <a:b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    color: blue;</a:t>
            </a:r>
            <a:b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1760"/>
              <a:buNone/>
            </a:pP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li {</a:t>
            </a:r>
            <a:b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   color: green;</a:t>
            </a:r>
            <a:b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302" name="Google Shape;302;p21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 9/21</a:t>
            </a:r>
            <a:endParaRPr/>
          </a:p>
        </p:txBody>
      </p:sp>
      <p:sp>
        <p:nvSpPr>
          <p:cNvPr id="303" name="Google Shape;303;p21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to ITWS</a:t>
            </a:r>
            <a:endParaRPr/>
          </a:p>
        </p:txBody>
      </p:sp>
      <p:sp>
        <p:nvSpPr>
          <p:cNvPr id="301" name="Google Shape;301;p21"/>
          <p:cNvSpPr txBox="1"/>
          <p:nvPr/>
        </p:nvSpPr>
        <p:spPr>
          <a:xfrm>
            <a:off x="900440" y="3994718"/>
            <a:ext cx="59466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Will the list elements be rendered in blue or green?</a:t>
            </a:r>
            <a:endParaRPr/>
          </a:p>
        </p:txBody>
      </p:sp>
      <p:sp>
        <p:nvSpPr>
          <p:cNvPr id="304" name="Google Shape;304;p21"/>
          <p:cNvSpPr txBox="1"/>
          <p:nvPr/>
        </p:nvSpPr>
        <p:spPr>
          <a:xfrm>
            <a:off x="900440" y="1189076"/>
            <a:ext cx="59466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Given the following HTML and CSS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980"/>
              <a:buFont typeface="Arial" panose="020B0604020202020204" pitchFamily="34" charset="0"/>
              <a:buChar char="•"/>
            </a:pPr>
            <a:r>
              <a:rPr lang="en-US" dirty="0"/>
              <a:t>Sizes of fonts, margins, borders, and so forth can be declared using the following units: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 err="1"/>
              <a:t>em</a:t>
            </a:r>
            <a:r>
              <a:rPr lang="en-US" dirty="0"/>
              <a:t> – </a:t>
            </a:r>
            <a:r>
              <a:rPr lang="en-US" dirty="0" err="1"/>
              <a:t>ems</a:t>
            </a:r>
            <a:r>
              <a:rPr lang="en-US" dirty="0"/>
              <a:t> are the size of an “M” and scale relative to your font.  Very handy. – Why an M?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 err="1"/>
              <a:t>px</a:t>
            </a:r>
            <a:r>
              <a:rPr lang="en-US" dirty="0"/>
              <a:t> – pixels … for when you need precision (e.g. for a fixed-width layout)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% – percent (e.g. 90%) </a:t>
            </a:r>
            <a:endParaRPr dirty="0"/>
          </a:p>
          <a:p>
            <a:pPr marL="642492" lvl="1" indent="-285750" algn="l" rtl="0">
              <a:spcBef>
                <a:spcPts val="451"/>
              </a:spcBef>
              <a:spcAft>
                <a:spcPts val="0"/>
              </a:spcAft>
              <a:buSzPts val="1485"/>
              <a:buFont typeface="Arial" panose="020B0604020202020204" pitchFamily="34" charset="0"/>
              <a:buChar char="•"/>
            </a:pPr>
            <a:endParaRPr sz="1350"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485"/>
              <a:buFont typeface="Arial" panose="020B0604020202020204" pitchFamily="34" charset="0"/>
              <a:buChar char="•"/>
            </a:pPr>
            <a:r>
              <a:rPr lang="en-US" sz="1350" dirty="0"/>
              <a:t>there are others, but let’s avoid them for now.</a:t>
            </a:r>
            <a:endParaRPr dirty="0"/>
          </a:p>
          <a:p>
            <a:pPr marL="285750" lvl="0" indent="-285750" algn="l" rtl="0">
              <a:spcBef>
                <a:spcPts val="1497"/>
              </a:spcBef>
              <a:spcAft>
                <a:spcPts val="0"/>
              </a:spcAft>
              <a:buSzPts val="1980"/>
              <a:buFont typeface="Arial" panose="020B0604020202020204" pitchFamily="34" charset="0"/>
              <a:buChar char="•"/>
            </a:pPr>
            <a:r>
              <a:rPr lang="en-US" dirty="0"/>
              <a:t>Always put units on sizes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650"/>
              <a:buFont typeface="Arial" panose="020B0604020202020204" pitchFamily="34" charset="0"/>
              <a:buChar char="•"/>
            </a:pPr>
            <a:r>
              <a:rPr lang="en-US" sz="1500" dirty="0"/>
              <a:t>with the exception of zero which does not require a unit</a:t>
            </a:r>
            <a:endParaRPr dirty="0"/>
          </a:p>
        </p:txBody>
      </p:sp>
      <p:sp>
        <p:nvSpPr>
          <p:cNvPr id="309" name="Google Shape;309;p22"/>
          <p:cNvSpPr txBox="1">
            <a:spLocks noGrp="1"/>
          </p:cNvSpPr>
          <p:nvPr>
            <p:ph type="title"/>
          </p:nvPr>
        </p:nvSpPr>
        <p:spPr>
          <a:xfrm>
            <a:off x="1554481" y="81009"/>
            <a:ext cx="6031800" cy="1002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CSS Sizes</a:t>
            </a:r>
            <a:endParaRPr/>
          </a:p>
        </p:txBody>
      </p:sp>
      <p:sp>
        <p:nvSpPr>
          <p:cNvPr id="311" name="Google Shape;311;p22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 9/21</a:t>
            </a:r>
            <a:endParaRPr/>
          </a:p>
        </p:txBody>
      </p:sp>
      <p:sp>
        <p:nvSpPr>
          <p:cNvPr id="312" name="Google Shape;312;p22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to ITWS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980"/>
              <a:buFont typeface="Arial" panose="020B0604020202020204" pitchFamily="34" charset="0"/>
              <a:buChar char="•"/>
            </a:pPr>
            <a:r>
              <a:rPr lang="en-US" dirty="0"/>
              <a:t>Red, Green, Blue values used in additive color are commonly represented by hex values, one byte of information per color:</a:t>
            </a:r>
            <a:br>
              <a:rPr lang="en-US" dirty="0"/>
            </a:br>
            <a:endParaRPr dirty="0"/>
          </a:p>
          <a:p>
            <a:pPr marL="0" lvl="0" indent="0" algn="ctr" rtl="0">
              <a:spcBef>
                <a:spcPts val="1497"/>
              </a:spcBef>
              <a:spcAft>
                <a:spcPts val="0"/>
              </a:spcAft>
              <a:buSzPts val="1980"/>
              <a:buNone/>
            </a:pPr>
            <a:r>
              <a:rPr lang="en-US" dirty="0">
                <a:solidFill>
                  <a:srgbClr val="595959"/>
                </a:solidFill>
              </a:rPr>
              <a:t>#</a:t>
            </a:r>
            <a:r>
              <a:rPr lang="en-US" dirty="0">
                <a:solidFill>
                  <a:srgbClr val="FF0000"/>
                </a:solidFill>
              </a:rPr>
              <a:t>00</a:t>
            </a:r>
            <a:r>
              <a:rPr lang="en-US" dirty="0">
                <a:solidFill>
                  <a:schemeClr val="accent5"/>
                </a:solidFill>
              </a:rPr>
              <a:t>00</a:t>
            </a:r>
            <a:r>
              <a:rPr lang="en-US" dirty="0">
                <a:solidFill>
                  <a:srgbClr val="2F96B5"/>
                </a:solidFill>
              </a:rPr>
              <a:t>00</a:t>
            </a:r>
            <a:r>
              <a:rPr lang="en-US" dirty="0"/>
              <a:t> (black) to </a:t>
            </a:r>
            <a:r>
              <a:rPr lang="en-US" dirty="0">
                <a:solidFill>
                  <a:srgbClr val="595959"/>
                </a:solidFill>
              </a:rPr>
              <a:t>#</a:t>
            </a:r>
            <a:r>
              <a:rPr lang="en-US" dirty="0">
                <a:solidFill>
                  <a:srgbClr val="FF0000"/>
                </a:solidFill>
              </a:rPr>
              <a:t>FF</a:t>
            </a:r>
            <a:r>
              <a:rPr lang="en-US" dirty="0">
                <a:solidFill>
                  <a:schemeClr val="accent5"/>
                </a:solidFill>
              </a:rPr>
              <a:t>FF</a:t>
            </a:r>
            <a:r>
              <a:rPr lang="en-US" dirty="0">
                <a:solidFill>
                  <a:srgbClr val="2F96B5"/>
                </a:solidFill>
              </a:rPr>
              <a:t>FF</a:t>
            </a:r>
            <a:r>
              <a:rPr lang="en-US" dirty="0"/>
              <a:t> (white)</a:t>
            </a:r>
            <a:endParaRPr dirty="0"/>
          </a:p>
          <a:p>
            <a:pPr marL="0" lvl="0" indent="0" algn="ctr" rtl="0">
              <a:spcBef>
                <a:spcPts val="1497"/>
              </a:spcBef>
              <a:spcAft>
                <a:spcPts val="0"/>
              </a:spcAft>
              <a:buSzPts val="1980"/>
              <a:buNone/>
            </a:pPr>
            <a:r>
              <a:rPr lang="en-US" dirty="0"/>
              <a:t>16</a:t>
            </a:r>
            <a:r>
              <a:rPr lang="en-US" baseline="30000" dirty="0"/>
              <a:t>6</a:t>
            </a:r>
            <a:r>
              <a:rPr lang="en-US" dirty="0"/>
              <a:t> = 16 million colors </a:t>
            </a:r>
            <a:r>
              <a:rPr lang="en-US" sz="975" dirty="0"/>
              <a:t>(16.8 million, really)</a:t>
            </a:r>
            <a:br>
              <a:rPr lang="en-US" sz="975" dirty="0"/>
            </a:br>
            <a:br>
              <a:rPr lang="en-US" sz="975" dirty="0"/>
            </a:br>
            <a:r>
              <a:rPr lang="en-US" sz="1350" dirty="0"/>
              <a:t>For example, solid red is:</a:t>
            </a:r>
            <a:br>
              <a:rPr lang="en-US" sz="1350" dirty="0"/>
            </a:br>
            <a:r>
              <a:rPr lang="en-US" sz="1350" dirty="0"/>
              <a:t>Red  Green  Blue</a:t>
            </a:r>
            <a:br>
              <a:rPr lang="en-US" sz="1350" dirty="0"/>
            </a:br>
            <a:r>
              <a:rPr lang="en-US" sz="2175" dirty="0"/>
              <a:t>FF   00   00</a:t>
            </a:r>
            <a:endParaRPr dirty="0"/>
          </a:p>
          <a:p>
            <a:pPr marL="0" lvl="0" indent="0" algn="ctr" rtl="0">
              <a:spcBef>
                <a:spcPts val="1497"/>
              </a:spcBef>
              <a:spcAft>
                <a:spcPts val="0"/>
              </a:spcAft>
              <a:buSzPts val="1485"/>
              <a:buNone/>
            </a:pPr>
            <a:r>
              <a:rPr lang="en-US" sz="1350" dirty="0"/>
              <a:t>Q: How many values of Red are possible?</a:t>
            </a:r>
            <a:endParaRPr dirty="0"/>
          </a:p>
        </p:txBody>
      </p:sp>
      <p:sp>
        <p:nvSpPr>
          <p:cNvPr id="317" name="Google Shape;317;p23"/>
          <p:cNvSpPr txBox="1">
            <a:spLocks noGrp="1"/>
          </p:cNvSpPr>
          <p:nvPr>
            <p:ph type="title"/>
          </p:nvPr>
        </p:nvSpPr>
        <p:spPr>
          <a:xfrm>
            <a:off x="1554481" y="81009"/>
            <a:ext cx="6031800" cy="1002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CSS Colors</a:t>
            </a:r>
            <a:endParaRPr/>
          </a:p>
        </p:txBody>
      </p:sp>
      <p:sp>
        <p:nvSpPr>
          <p:cNvPr id="319" name="Google Shape;319;p23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 9/21</a:t>
            </a:r>
            <a:endParaRPr/>
          </a:p>
        </p:txBody>
      </p:sp>
      <p:sp>
        <p:nvSpPr>
          <p:cNvPr id="320" name="Google Shape;320;p23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to ITWS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CSS Box Model</a:t>
            </a:r>
            <a:endParaRPr/>
          </a:p>
        </p:txBody>
      </p:sp>
      <p:sp>
        <p:nvSpPr>
          <p:cNvPr id="328" name="Google Shape;328;p24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 9/21</a:t>
            </a:r>
            <a:endParaRPr/>
          </a:p>
        </p:txBody>
      </p:sp>
      <p:sp>
        <p:nvSpPr>
          <p:cNvPr id="329" name="Google Shape;329;p24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to ITWS</a:t>
            </a:r>
            <a:endParaRPr/>
          </a:p>
        </p:txBody>
      </p:sp>
      <p:pic>
        <p:nvPicPr>
          <p:cNvPr id="326" name="Google Shape;32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5215" y="1115144"/>
            <a:ext cx="3293570" cy="329357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4"/>
          <p:cNvSpPr txBox="1"/>
          <p:nvPr/>
        </p:nvSpPr>
        <p:spPr>
          <a:xfrm>
            <a:off x="2719338" y="4450923"/>
            <a:ext cx="3705325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[Untitled graphic of the CSS Box Model, Bitmap].  </a:t>
            </a:r>
            <a:br>
              <a:rPr lang="en-US" sz="825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</a:br>
            <a:r>
              <a:rPr lang="en-US" sz="825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Retrieved September 10 from </a:t>
            </a:r>
            <a:r>
              <a:rPr lang="en-US" sz="825" u="sng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http://www.mandalatv.net/itp/drivebys/css/</a:t>
            </a:r>
            <a:r>
              <a:rPr lang="en-US" sz="825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25">
              <a:solidFill>
                <a:srgbClr val="59595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980"/>
              <a:buFont typeface="Arial" panose="020B0604020202020204" pitchFamily="34" charset="0"/>
              <a:buChar char="•"/>
            </a:pPr>
            <a:r>
              <a:rPr lang="en-US" dirty="0"/>
              <a:t>Colors: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If Red is #FF0000, we can write shorthand as #F00</a:t>
            </a:r>
            <a:endParaRPr dirty="0"/>
          </a:p>
          <a:p>
            <a:pPr marL="285750" lvl="0" indent="-285750" algn="l" rtl="0">
              <a:spcBef>
                <a:spcPts val="1497"/>
              </a:spcBef>
              <a:spcAft>
                <a:spcPts val="0"/>
              </a:spcAft>
              <a:buSzPts val="1980"/>
              <a:buFont typeface="Arial" panose="020B0604020202020204" pitchFamily="34" charset="0"/>
              <a:buChar char="•"/>
            </a:pPr>
            <a:r>
              <a:rPr lang="en-US" dirty="0"/>
              <a:t>Margins, padding, borders, </a:t>
            </a:r>
            <a:r>
              <a:rPr lang="en-US" dirty="0" err="1"/>
              <a:t>etc</a:t>
            </a:r>
            <a:r>
              <a:rPr lang="en-US" dirty="0"/>
              <a:t>: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Properties that have top, right, bottom, and left values can be shorthanded with a single value for all or  in various combinations.  For this class, either use a single value or write the whole thing out.  You can also specify specific top, right, bottom, and left properties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Examples:</a:t>
            </a:r>
            <a:endParaRPr dirty="0"/>
          </a:p>
          <a:p>
            <a:pPr marL="799838" lvl="2" indent="-285750" algn="l" rtl="0">
              <a:spcBef>
                <a:spcPts val="451"/>
              </a:spcBef>
              <a:spcAft>
                <a:spcPts val="0"/>
              </a:spcAft>
              <a:buSzPts val="1650"/>
              <a:buFont typeface="Arial" panose="020B0604020202020204" pitchFamily="34" charset="0"/>
              <a:buChar char="•"/>
            </a:pPr>
            <a:r>
              <a:rPr lang="en-US" dirty="0"/>
              <a:t>margin: 20px;</a:t>
            </a:r>
            <a:endParaRPr dirty="0"/>
          </a:p>
          <a:p>
            <a:pPr marL="799838" lvl="2" indent="-285750" algn="l" rtl="0">
              <a:spcBef>
                <a:spcPts val="451"/>
              </a:spcBef>
              <a:spcAft>
                <a:spcPts val="0"/>
              </a:spcAft>
              <a:buSzPts val="1650"/>
              <a:buFont typeface="Arial" panose="020B0604020202020204" pitchFamily="34" charset="0"/>
              <a:buChar char="•"/>
            </a:pPr>
            <a:r>
              <a:rPr lang="en-US" dirty="0"/>
              <a:t>margin: 1em 2em 3em 2em;  /* clockwise from top */</a:t>
            </a:r>
            <a:endParaRPr dirty="0"/>
          </a:p>
          <a:p>
            <a:pPr marL="799838" lvl="2" indent="-285750" algn="l" rtl="0">
              <a:spcBef>
                <a:spcPts val="451"/>
              </a:spcBef>
              <a:spcAft>
                <a:spcPts val="0"/>
              </a:spcAft>
              <a:buSzPts val="1650"/>
              <a:buFont typeface="Arial" panose="020B0604020202020204" pitchFamily="34" charset="0"/>
              <a:buChar char="•"/>
            </a:pPr>
            <a:r>
              <a:rPr lang="en-US" dirty="0"/>
              <a:t>margin-top: 200px;</a:t>
            </a:r>
            <a:endParaRPr dirty="0"/>
          </a:p>
        </p:txBody>
      </p:sp>
      <p:sp>
        <p:nvSpPr>
          <p:cNvPr id="334" name="Google Shape;334;p25"/>
          <p:cNvSpPr txBox="1">
            <a:spLocks noGrp="1"/>
          </p:cNvSpPr>
          <p:nvPr>
            <p:ph type="title"/>
          </p:nvPr>
        </p:nvSpPr>
        <p:spPr>
          <a:xfrm>
            <a:off x="1554481" y="81009"/>
            <a:ext cx="6031800" cy="1002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CSS Shorthand</a:t>
            </a:r>
            <a:endParaRPr/>
          </a:p>
        </p:txBody>
      </p:sp>
      <p:sp>
        <p:nvSpPr>
          <p:cNvPr id="336" name="Google Shape;336;p25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 9/21</a:t>
            </a:r>
            <a:endParaRPr/>
          </a:p>
        </p:txBody>
      </p:sp>
      <p:sp>
        <p:nvSpPr>
          <p:cNvPr id="337" name="Google Shape;337;p25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to ITWS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980"/>
              <a:buFont typeface="Arial" panose="020B0604020202020204" pitchFamily="34" charset="0"/>
              <a:buChar char="•"/>
            </a:pPr>
            <a:r>
              <a:rPr lang="en-US" dirty="0"/>
              <a:t>An element may be floated left or right</a:t>
            </a:r>
            <a:br>
              <a:rPr lang="en-US" dirty="0"/>
            </a:br>
            <a:r>
              <a:rPr lang="en-US" dirty="0"/>
              <a:t>(or not at all, which is default)</a:t>
            </a:r>
            <a:endParaRPr dirty="0"/>
          </a:p>
          <a:p>
            <a:pPr marL="285750" lvl="0" indent="-285750" algn="l" rtl="0">
              <a:spcBef>
                <a:spcPts val="1497"/>
              </a:spcBef>
              <a:spcAft>
                <a:spcPts val="0"/>
              </a:spcAft>
              <a:buSzPts val="1980"/>
              <a:buFont typeface="Arial" panose="020B0604020202020204" pitchFamily="34" charset="0"/>
              <a:buChar char="•"/>
            </a:pPr>
            <a:r>
              <a:rPr lang="en-US" dirty="0"/>
              <a:t>Text / elements will flow to the left </a:t>
            </a:r>
            <a:br>
              <a:rPr lang="en-US" dirty="0"/>
            </a:br>
            <a:r>
              <a:rPr lang="en-US" dirty="0"/>
              <a:t>around items floated to the right.  Text</a:t>
            </a:r>
            <a:br>
              <a:rPr lang="en-US" dirty="0"/>
            </a:br>
            <a:r>
              <a:rPr lang="en-US" dirty="0"/>
              <a:t>will flow to the right around items floated left.</a:t>
            </a:r>
            <a:endParaRPr dirty="0"/>
          </a:p>
          <a:p>
            <a:pPr marL="285750" lvl="0" indent="-285750" algn="l" rtl="0">
              <a:spcBef>
                <a:spcPts val="1497"/>
              </a:spcBef>
              <a:spcAft>
                <a:spcPts val="0"/>
              </a:spcAft>
              <a:buSzPts val="1980"/>
              <a:buFont typeface="Arial" panose="020B0604020202020204" pitchFamily="34" charset="0"/>
              <a:buChar char="•"/>
            </a:pPr>
            <a:r>
              <a:rPr lang="en-US" dirty="0"/>
              <a:t>The “clear” property allows you to force the flow to break on the left side, right side, or both.</a:t>
            </a:r>
            <a:br>
              <a:rPr lang="en-US" dirty="0"/>
            </a:br>
            <a:r>
              <a:rPr lang="en-US" sz="1500" b="1" dirty="0"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500" b="1" dirty="0" err="1">
                <a:latin typeface="Courier New"/>
                <a:ea typeface="Courier New"/>
                <a:cs typeface="Courier New"/>
                <a:sym typeface="Courier New"/>
              </a:rPr>
              <a:t>pullQuote</a:t>
            </a:r>
            <a:r>
              <a:rPr lang="en-US" sz="1500" b="1" dirty="0">
                <a:latin typeface="Courier New"/>
                <a:ea typeface="Courier New"/>
                <a:cs typeface="Courier New"/>
                <a:sym typeface="Courier New"/>
              </a:rPr>
              <a:t> {</a:t>
            </a:r>
            <a:br>
              <a:rPr lang="en-US" sz="1500" b="1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500" b="1" dirty="0">
                <a:latin typeface="Courier New"/>
                <a:ea typeface="Courier New"/>
                <a:cs typeface="Courier New"/>
                <a:sym typeface="Courier New"/>
              </a:rPr>
              <a:t>  float: right;</a:t>
            </a:r>
            <a:br>
              <a:rPr lang="en-US" sz="1500" b="1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500" b="1" dirty="0">
                <a:latin typeface="Courier New"/>
                <a:ea typeface="Courier New"/>
                <a:cs typeface="Courier New"/>
                <a:sym typeface="Courier New"/>
              </a:rPr>
              <a:t>  clear: right;</a:t>
            </a:r>
            <a:br>
              <a:rPr lang="en-US" sz="1500" b="1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500" b="1" dirty="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 b="1" dirty="0"/>
          </a:p>
        </p:txBody>
      </p:sp>
      <p:sp>
        <p:nvSpPr>
          <p:cNvPr id="343" name="Google Shape;343;p26"/>
          <p:cNvSpPr txBox="1">
            <a:spLocks noGrp="1"/>
          </p:cNvSpPr>
          <p:nvPr>
            <p:ph type="title"/>
          </p:nvPr>
        </p:nvSpPr>
        <p:spPr>
          <a:xfrm>
            <a:off x="1554481" y="81009"/>
            <a:ext cx="6031800" cy="1002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Floating Elements</a:t>
            </a:r>
            <a:endParaRPr/>
          </a:p>
        </p:txBody>
      </p:sp>
      <p:sp>
        <p:nvSpPr>
          <p:cNvPr id="346" name="Google Shape;346;p26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 9/21</a:t>
            </a:r>
            <a:endParaRPr/>
          </a:p>
        </p:txBody>
      </p:sp>
      <p:sp>
        <p:nvSpPr>
          <p:cNvPr id="347" name="Google Shape;347;p26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to ITWS</a:t>
            </a:r>
            <a:endParaRPr/>
          </a:p>
        </p:txBody>
      </p:sp>
      <p:sp>
        <p:nvSpPr>
          <p:cNvPr id="345" name="Google Shape;345;p26"/>
          <p:cNvSpPr txBox="1"/>
          <p:nvPr/>
        </p:nvSpPr>
        <p:spPr>
          <a:xfrm>
            <a:off x="6101880" y="1252761"/>
            <a:ext cx="1330570" cy="90024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 w="28575" cap="flat" cmpd="sng">
            <a:solidFill>
              <a:srgbClr val="CCE6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137150" rIns="68575" bIns="1371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“A pull quote is a good example.”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7"/>
          <p:cNvSpPr/>
          <p:nvPr/>
        </p:nvSpPr>
        <p:spPr>
          <a:xfrm>
            <a:off x="1699132" y="609440"/>
            <a:ext cx="5745737" cy="3924620"/>
          </a:xfrm>
          <a:prstGeom prst="rect">
            <a:avLst/>
          </a:prstGeom>
          <a:gradFill>
            <a:gsLst>
              <a:gs pos="0">
                <a:srgbClr val="2080AA"/>
              </a:gs>
              <a:gs pos="69000">
                <a:srgbClr val="70A4C5"/>
              </a:gs>
              <a:gs pos="100000">
                <a:srgbClr val="B5CCDC"/>
              </a:gs>
            </a:gsLst>
            <a:path path="circle">
              <a:fillToRect l="50000" t="50000" r="50000" b="50000"/>
            </a:path>
            <a:tileRect/>
          </a:gradFill>
          <a:ln w="12700" cap="flat" cmpd="sng">
            <a:solidFill>
              <a:srgbClr val="277A9D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53" name="Google Shape;353;p27"/>
          <p:cNvSpPr/>
          <p:nvPr/>
        </p:nvSpPr>
        <p:spPr>
          <a:xfrm>
            <a:off x="5759184" y="1008530"/>
            <a:ext cx="1313969" cy="2506916"/>
          </a:xfrm>
          <a:prstGeom prst="rect">
            <a:avLst/>
          </a:prstGeom>
          <a:solidFill>
            <a:srgbClr val="F3C6A3"/>
          </a:solidFill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float right</a:t>
            </a:r>
            <a:endParaRPr/>
          </a:p>
        </p:txBody>
      </p:sp>
      <p:sp>
        <p:nvSpPr>
          <p:cNvPr id="354" name="Google Shape;354;p27"/>
          <p:cNvSpPr/>
          <p:nvPr/>
        </p:nvSpPr>
        <p:spPr>
          <a:xfrm>
            <a:off x="2013217" y="2581838"/>
            <a:ext cx="5059936" cy="1567543"/>
          </a:xfrm>
          <a:custGeom>
            <a:avLst/>
            <a:gdLst/>
            <a:ahLst/>
            <a:cxnLst/>
            <a:rect l="l" t="t" r="r" b="b"/>
            <a:pathLst>
              <a:path w="6723529" h="2090057" extrusionOk="0">
                <a:moveTo>
                  <a:pt x="4702629" y="0"/>
                </a:moveTo>
                <a:lnTo>
                  <a:pt x="4702629" y="1536807"/>
                </a:lnTo>
                <a:lnTo>
                  <a:pt x="6723529" y="1536807"/>
                </a:lnTo>
                <a:lnTo>
                  <a:pt x="6723529" y="2090057"/>
                </a:lnTo>
                <a:lnTo>
                  <a:pt x="0" y="2090057"/>
                </a:lnTo>
                <a:lnTo>
                  <a:pt x="0" y="15368"/>
                </a:lnTo>
                <a:lnTo>
                  <a:pt x="4702629" y="15368"/>
                </a:lnTo>
              </a:path>
            </a:pathLst>
          </a:custGeom>
          <a:solidFill>
            <a:srgbClr val="E9FDBF"/>
          </a:solidFill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                         paragraph</a:t>
            </a:r>
            <a:endParaRPr/>
          </a:p>
        </p:txBody>
      </p:sp>
      <p:sp>
        <p:nvSpPr>
          <p:cNvPr id="355" name="Google Shape;355;p27"/>
          <p:cNvSpPr/>
          <p:nvPr/>
        </p:nvSpPr>
        <p:spPr>
          <a:xfrm>
            <a:off x="2013217" y="1008530"/>
            <a:ext cx="3532735" cy="1383126"/>
          </a:xfrm>
          <a:prstGeom prst="rect">
            <a:avLst/>
          </a:prstGeom>
          <a:solidFill>
            <a:srgbClr val="E9FDBF"/>
          </a:solidFill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paragraph</a:t>
            </a:r>
            <a:endParaRPr/>
          </a:p>
        </p:txBody>
      </p:sp>
      <p:sp>
        <p:nvSpPr>
          <p:cNvPr id="356" name="Google Shape;356;p27"/>
          <p:cNvSpPr/>
          <p:nvPr/>
        </p:nvSpPr>
        <p:spPr>
          <a:xfrm rot="1993874">
            <a:off x="2013218" y="760722"/>
            <a:ext cx="172891" cy="161365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3C6A3"/>
          </a:solidFill>
          <a:ln w="12700" cap="flat" cmpd="sng">
            <a:solidFill>
              <a:srgbClr val="A9571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357" name="Google Shape;357;p27"/>
          <p:cNvCxnSpPr>
            <a:stCxn id="353" idx="0"/>
            <a:endCxn id="356" idx="0"/>
          </p:cNvCxnSpPr>
          <p:nvPr/>
        </p:nvCxnSpPr>
        <p:spPr>
          <a:xfrm rot="5400000" flipH="1">
            <a:off x="4162719" y="-1244920"/>
            <a:ext cx="234600" cy="4272300"/>
          </a:xfrm>
          <a:prstGeom prst="curvedConnector3">
            <a:avLst>
              <a:gd name="adj1" fmla="val 284344"/>
            </a:avLst>
          </a:prstGeom>
          <a:noFill/>
          <a:ln w="38100" cap="flat" cmpd="sng">
            <a:solidFill>
              <a:srgbClr val="15559C"/>
            </a:solidFill>
            <a:prstDash val="solid"/>
            <a:round/>
            <a:headEnd type="triangle" w="lg" len="lg"/>
            <a:tailEnd type="none" w="sm" len="sm"/>
          </a:ln>
        </p:spPr>
      </p:cxnSp>
      <p:sp>
        <p:nvSpPr>
          <p:cNvPr id="358" name="Google Shape;358;p27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 9/21</a:t>
            </a:r>
            <a:endParaRPr/>
          </a:p>
        </p:txBody>
      </p:sp>
      <p:sp>
        <p:nvSpPr>
          <p:cNvPr id="359" name="Google Shape;359;p27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to ITWS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3F648-9288-DA98-AD04-AD34B03D1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80683"/>
            <a:ext cx="8042276" cy="496834"/>
          </a:xfrm>
        </p:spPr>
        <p:txBody>
          <a:bodyPr/>
          <a:lstStyle/>
          <a:p>
            <a:r>
              <a:rPr lang="en-US" dirty="0"/>
              <a:t>CSS Flexbox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56B1B-AFF2-81E3-FD18-98A64AB27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908008"/>
            <a:ext cx="3840480" cy="325755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Easier than using Display modes, floats, and tables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Responsive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Consists of ‘boxes’ inside a ‘container’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Remember our box model?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Boxes in boxes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marL="123825" indent="0">
              <a:buNone/>
            </a:pPr>
            <a:r>
              <a:rPr lang="en-US" sz="1200" dirty="0">
                <a:hlinkClick r:id="rId3"/>
              </a:rPr>
              <a:t>https://www.w3schools.com/css/css3_flexbox.asp</a:t>
            </a:r>
            <a:endParaRPr lang="en-US" sz="1200" dirty="0"/>
          </a:p>
          <a:p>
            <a:pPr marL="123825" indent="0">
              <a:buNone/>
            </a:pPr>
            <a:endParaRPr lang="en-US" dirty="0"/>
          </a:p>
          <a:p>
            <a:pPr marL="123825" indent="0">
              <a:buNone/>
            </a:pPr>
            <a:endParaRPr lang="en-US" dirty="0">
              <a:latin typeface="News Gothic MT" panose="020B0503020103020203" pitchFamily="34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10B9D-23F1-CD91-890D-AE70124D036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840480" y="2091490"/>
            <a:ext cx="2398295" cy="2478504"/>
          </a:xfrm>
        </p:spPr>
        <p:txBody>
          <a:bodyPr>
            <a:noAutofit/>
          </a:bodyPr>
          <a:lstStyle/>
          <a:p>
            <a:pPr marL="123825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00" u="sng" dirty="0">
                <a:latin typeface="News Gothic MT" panose="020B0503020103020203" pitchFamily="34" charset="0"/>
                <a:ea typeface="Menlo" panose="020B0609030804020204" pitchFamily="49" charset="0"/>
                <a:cs typeface="Menlo" panose="020B0609030804020204" pitchFamily="49" charset="0"/>
              </a:rPr>
              <a:t>CSS</a:t>
            </a:r>
          </a:p>
          <a:p>
            <a:pPr marL="123825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00" dirty="0">
                <a:latin typeface="News Gothic MT" panose="020B0503020103020203" pitchFamily="34" charset="0"/>
                <a:ea typeface="Menlo" panose="020B0609030804020204" pitchFamily="49" charset="0"/>
                <a:cs typeface="Menlo" panose="020B0609030804020204" pitchFamily="49" charset="0"/>
              </a:rPr>
              <a:t>&lt;style&gt;</a:t>
            </a:r>
          </a:p>
          <a:p>
            <a:pPr marL="123825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00" dirty="0">
                <a:latin typeface="News Gothic MT" panose="020B0503020103020203" pitchFamily="34" charset="0"/>
                <a:ea typeface="Menlo" panose="020B0609030804020204" pitchFamily="49" charset="0"/>
                <a:cs typeface="Menlo" panose="020B0609030804020204" pitchFamily="49" charset="0"/>
              </a:rPr>
              <a:t>   .container {</a:t>
            </a:r>
          </a:p>
          <a:p>
            <a:pPr marL="123825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00" dirty="0">
                <a:latin typeface="News Gothic MT" panose="020B0503020103020203" pitchFamily="34" charset="0"/>
                <a:ea typeface="Menlo" panose="020B0609030804020204" pitchFamily="49" charset="0"/>
                <a:cs typeface="Menlo" panose="020B0609030804020204" pitchFamily="49" charset="0"/>
              </a:rPr>
              <a:t>      display: flex;</a:t>
            </a:r>
          </a:p>
          <a:p>
            <a:pPr marL="123825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00" dirty="0">
                <a:latin typeface="News Gothic MT" panose="020B0503020103020203" pitchFamily="34" charset="0"/>
                <a:ea typeface="Menlo" panose="020B0609030804020204" pitchFamily="49" charset="0"/>
                <a:cs typeface="Menlo" panose="020B0609030804020204" pitchFamily="49" charset="0"/>
              </a:rPr>
              <a:t>      justify-content: center;</a:t>
            </a:r>
          </a:p>
          <a:p>
            <a:pPr marL="123825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00" dirty="0">
                <a:latin typeface="News Gothic MT" panose="020B0503020103020203" pitchFamily="34" charset="0"/>
                <a:ea typeface="Menlo" panose="020B0609030804020204" pitchFamily="49" charset="0"/>
                <a:cs typeface="Menlo" panose="020B0609030804020204" pitchFamily="49" charset="0"/>
              </a:rPr>
              <a:t>      align-items: center;</a:t>
            </a:r>
          </a:p>
          <a:p>
            <a:pPr marL="123825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00" dirty="0">
                <a:latin typeface="News Gothic MT" panose="020B0503020103020203" pitchFamily="34" charset="0"/>
                <a:ea typeface="Menlo" panose="020B0609030804020204" pitchFamily="49" charset="0"/>
                <a:cs typeface="Menlo" panose="020B0609030804020204" pitchFamily="49" charset="0"/>
              </a:rPr>
              <a:t>      height: 200px;</a:t>
            </a:r>
          </a:p>
          <a:p>
            <a:pPr marL="123825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00" dirty="0">
                <a:latin typeface="News Gothic MT" panose="020B0503020103020203" pitchFamily="34" charset="0"/>
                <a:ea typeface="Menlo" panose="020B0609030804020204" pitchFamily="49" charset="0"/>
                <a:cs typeface="Menlo" panose="020B0609030804020204" pitchFamily="49" charset="0"/>
              </a:rPr>
              <a:t>      border: 1px solid black;</a:t>
            </a:r>
          </a:p>
          <a:p>
            <a:pPr marL="123825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00" dirty="0">
                <a:latin typeface="News Gothic MT" panose="020B0503020103020203" pitchFamily="34" charset="0"/>
                <a:ea typeface="Menlo" panose="020B0609030804020204" pitchFamily="49" charset="0"/>
                <a:cs typeface="Menlo" panose="020B0609030804020204" pitchFamily="49" charset="0"/>
              </a:rPr>
              <a:t>   }</a:t>
            </a:r>
          </a:p>
          <a:p>
            <a:pPr marL="123825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00" dirty="0">
                <a:latin typeface="News Gothic MT" panose="020B0503020103020203" pitchFamily="34" charset="0"/>
                <a:ea typeface="Menlo" panose="020B0609030804020204" pitchFamily="49" charset="0"/>
                <a:cs typeface="Menlo" panose="020B0609030804020204" pitchFamily="49" charset="0"/>
              </a:rPr>
              <a:t>   .item {</a:t>
            </a:r>
          </a:p>
          <a:p>
            <a:pPr marL="123825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00" dirty="0">
                <a:latin typeface="News Gothic MT" panose="020B0503020103020203" pitchFamily="34" charset="0"/>
                <a:ea typeface="Menlo" panose="020B0609030804020204" pitchFamily="49" charset="0"/>
                <a:cs typeface="Menlo" panose="020B0609030804020204" pitchFamily="49" charset="0"/>
              </a:rPr>
              <a:t>      width: 100px;</a:t>
            </a:r>
          </a:p>
          <a:p>
            <a:pPr marL="123825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00" dirty="0">
                <a:latin typeface="News Gothic MT" panose="020B0503020103020203" pitchFamily="34" charset="0"/>
                <a:ea typeface="Menlo" panose="020B0609030804020204" pitchFamily="49" charset="0"/>
                <a:cs typeface="Menlo" panose="020B0609030804020204" pitchFamily="49" charset="0"/>
              </a:rPr>
              <a:t>      height: 100px;</a:t>
            </a:r>
          </a:p>
          <a:p>
            <a:pPr marL="123825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00" dirty="0">
                <a:latin typeface="News Gothic MT" panose="020B0503020103020203" pitchFamily="34" charset="0"/>
                <a:ea typeface="Menlo" panose="020B0609030804020204" pitchFamily="49" charset="0"/>
                <a:cs typeface="Menlo" panose="020B0609030804020204" pitchFamily="49" charset="0"/>
              </a:rPr>
              <a:t>      background-color: red;</a:t>
            </a:r>
          </a:p>
          <a:p>
            <a:pPr marL="123825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00" dirty="0">
                <a:latin typeface="News Gothic MT" panose="020B0503020103020203" pitchFamily="34" charset="0"/>
                <a:ea typeface="Menlo" panose="020B0609030804020204" pitchFamily="49" charset="0"/>
                <a:cs typeface="Menlo" panose="020B0609030804020204" pitchFamily="49" charset="0"/>
              </a:rPr>
              <a:t>      margin: 10px;</a:t>
            </a:r>
          </a:p>
          <a:p>
            <a:pPr marL="123825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00" dirty="0">
                <a:latin typeface="News Gothic MT" panose="020B0503020103020203" pitchFamily="34" charset="0"/>
                <a:ea typeface="Menlo" panose="020B0609030804020204" pitchFamily="49" charset="0"/>
                <a:cs typeface="Menlo" panose="020B0609030804020204" pitchFamily="49" charset="0"/>
              </a:rPr>
              <a:t>      }</a:t>
            </a:r>
          </a:p>
          <a:p>
            <a:pPr marL="123825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900" dirty="0">
                <a:latin typeface="News Gothic MT" panose="020B0503020103020203" pitchFamily="34" charset="0"/>
                <a:ea typeface="Menlo" panose="020B0609030804020204" pitchFamily="49" charset="0"/>
                <a:cs typeface="Menlo" panose="020B0609030804020204" pitchFamily="49" charset="0"/>
              </a:rPr>
              <a:t>&lt;/style&gt;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6E8A056-405C-8D6D-9EBF-FA5245FE1ED3}"/>
              </a:ext>
            </a:extLst>
          </p:cNvPr>
          <p:cNvSpPr txBox="1">
            <a:spLocks/>
          </p:cNvSpPr>
          <p:nvPr/>
        </p:nvSpPr>
        <p:spPr>
          <a:xfrm>
            <a:off x="6542170" y="2091490"/>
            <a:ext cx="2599825" cy="2135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3375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FB7D7"/>
              </a:buClr>
              <a:buSzPts val="1650"/>
              <a:buFont typeface="Noto Sans Symbols"/>
              <a:buChar char="⚫"/>
              <a:defRPr sz="15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2897" algn="l" rtl="0">
              <a:lnSpc>
                <a:spcPct val="100000"/>
              </a:lnSpc>
              <a:spcBef>
                <a:spcPts val="451"/>
              </a:spcBef>
              <a:spcAft>
                <a:spcPts val="0"/>
              </a:spcAft>
              <a:buClr>
                <a:srgbClr val="215D77"/>
              </a:buClr>
              <a:buSzPts val="1485"/>
              <a:buFont typeface="Noto Sans Symbols"/>
              <a:buChar char="⚫"/>
              <a:defRPr sz="135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2897" algn="l" rtl="0">
              <a:lnSpc>
                <a:spcPct val="100000"/>
              </a:lnSpc>
              <a:spcBef>
                <a:spcPts val="451"/>
              </a:spcBef>
              <a:spcAft>
                <a:spcPts val="0"/>
              </a:spcAft>
              <a:buClr>
                <a:srgbClr val="6FB7D7"/>
              </a:buClr>
              <a:buSzPts val="1485"/>
              <a:buFont typeface="Noto Sans Symbols"/>
              <a:buChar char="⚫"/>
              <a:defRPr sz="135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2897" algn="l" rtl="0">
              <a:lnSpc>
                <a:spcPct val="100000"/>
              </a:lnSpc>
              <a:spcBef>
                <a:spcPts val="451"/>
              </a:spcBef>
              <a:spcAft>
                <a:spcPts val="0"/>
              </a:spcAft>
              <a:buClr>
                <a:srgbClr val="215D77"/>
              </a:buClr>
              <a:buSzPts val="1485"/>
              <a:buFont typeface="Noto Sans Symbols"/>
              <a:buChar char="⚫"/>
              <a:defRPr sz="135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2897" algn="l" rtl="0">
              <a:lnSpc>
                <a:spcPct val="100000"/>
              </a:lnSpc>
              <a:spcBef>
                <a:spcPts val="451"/>
              </a:spcBef>
              <a:spcAft>
                <a:spcPts val="0"/>
              </a:spcAft>
              <a:buClr>
                <a:srgbClr val="6FB7D7"/>
              </a:buClr>
              <a:buSzPts val="1485"/>
              <a:buFont typeface="Noto Sans Symbols"/>
              <a:buChar char="⚫"/>
              <a:defRPr sz="135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1432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1432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1432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23825" indent="0" algn="ctr" fontAlgn="t" hangingPunct="0">
              <a:lnSpc>
                <a:spcPct val="110000"/>
              </a:lnSpc>
              <a:spcBef>
                <a:spcPts val="0"/>
              </a:spcBef>
              <a:buFont typeface="Noto Sans Symbols"/>
              <a:buNone/>
            </a:pPr>
            <a:r>
              <a:rPr lang="en-US" sz="900" u="sng" dirty="0">
                <a:latin typeface="News Gothic MT" panose="020B0503020103020203" pitchFamily="34" charset="0"/>
                <a:ea typeface="Menlo" panose="020B0609030804020204" pitchFamily="49" charset="0"/>
                <a:cs typeface="Menlo" panose="020B0609030804020204" pitchFamily="49" charset="0"/>
              </a:rPr>
              <a:t>HTML</a:t>
            </a:r>
          </a:p>
          <a:p>
            <a:pPr marL="123825" indent="0" fontAlgn="t" hangingPunct="0">
              <a:lnSpc>
                <a:spcPct val="110000"/>
              </a:lnSpc>
              <a:spcBef>
                <a:spcPts val="0"/>
              </a:spcBef>
              <a:buFont typeface="Noto Sans Symbols"/>
              <a:buNone/>
            </a:pPr>
            <a:r>
              <a:rPr lang="en-US" sz="900" dirty="0">
                <a:latin typeface="News Gothic MT" panose="020B0503020103020203" pitchFamily="34" charset="0"/>
                <a:ea typeface="Menlo" panose="020B0609030804020204" pitchFamily="49" charset="0"/>
                <a:cs typeface="Menlo" panose="020B0609030804020204" pitchFamily="49" charset="0"/>
              </a:rPr>
              <a:t>&lt;body&gt;</a:t>
            </a:r>
          </a:p>
          <a:p>
            <a:pPr marL="123825" indent="0">
              <a:lnSpc>
                <a:spcPct val="110000"/>
              </a:lnSpc>
              <a:spcBef>
                <a:spcPts val="0"/>
              </a:spcBef>
              <a:buFont typeface="Noto Sans Symbols"/>
              <a:buNone/>
            </a:pPr>
            <a:r>
              <a:rPr lang="en-US" sz="900" dirty="0">
                <a:latin typeface="News Gothic MT" panose="020B0503020103020203" pitchFamily="34" charset="0"/>
                <a:ea typeface="Menlo" panose="020B0609030804020204" pitchFamily="49" charset="0"/>
                <a:cs typeface="Menlo" panose="020B0609030804020204" pitchFamily="49" charset="0"/>
              </a:rPr>
              <a:t>   &lt;div class="container"&gt;</a:t>
            </a:r>
          </a:p>
          <a:p>
            <a:pPr marL="123825" indent="0">
              <a:lnSpc>
                <a:spcPct val="110000"/>
              </a:lnSpc>
              <a:spcBef>
                <a:spcPts val="0"/>
              </a:spcBef>
              <a:buFont typeface="Noto Sans Symbols"/>
              <a:buNone/>
            </a:pPr>
            <a:r>
              <a:rPr lang="en-US" sz="900" dirty="0">
                <a:latin typeface="News Gothic MT" panose="020B0503020103020203" pitchFamily="34" charset="0"/>
                <a:ea typeface="Menlo" panose="020B0609030804020204" pitchFamily="49" charset="0"/>
                <a:cs typeface="Menlo" panose="020B0609030804020204" pitchFamily="49" charset="0"/>
              </a:rPr>
              <a:t>      &lt;div class="item"&gt;</a:t>
            </a:r>
          </a:p>
          <a:p>
            <a:pPr marL="123825" indent="0">
              <a:lnSpc>
                <a:spcPct val="110000"/>
              </a:lnSpc>
              <a:spcBef>
                <a:spcPts val="0"/>
              </a:spcBef>
              <a:buFont typeface="Noto Sans Symbols"/>
              <a:buNone/>
            </a:pPr>
            <a:r>
              <a:rPr lang="en-US" sz="900" dirty="0">
                <a:latin typeface="News Gothic MT" panose="020B0503020103020203" pitchFamily="34" charset="0"/>
                <a:ea typeface="Menlo" panose="020B0609030804020204" pitchFamily="49" charset="0"/>
                <a:cs typeface="Menlo" panose="020B0609030804020204" pitchFamily="49" charset="0"/>
              </a:rPr>
              <a:t>         &lt;p&gt;Category&lt;/p&gt;</a:t>
            </a:r>
          </a:p>
          <a:p>
            <a:pPr marL="123825" indent="0">
              <a:lnSpc>
                <a:spcPct val="110000"/>
              </a:lnSpc>
              <a:spcBef>
                <a:spcPts val="0"/>
              </a:spcBef>
              <a:buFont typeface="Noto Sans Symbols"/>
              <a:buNone/>
            </a:pPr>
            <a:r>
              <a:rPr lang="en-US" sz="900" dirty="0">
                <a:latin typeface="News Gothic MT" panose="020B0503020103020203" pitchFamily="34" charset="0"/>
                <a:ea typeface="Menlo" panose="020B0609030804020204" pitchFamily="49" charset="0"/>
                <a:cs typeface="Menlo" panose="020B0609030804020204" pitchFamily="49" charset="0"/>
              </a:rPr>
              <a:t>      &lt;/div&gt;</a:t>
            </a:r>
          </a:p>
          <a:p>
            <a:pPr marL="123825" indent="0">
              <a:lnSpc>
                <a:spcPct val="110000"/>
              </a:lnSpc>
              <a:spcBef>
                <a:spcPts val="0"/>
              </a:spcBef>
              <a:buFont typeface="Noto Sans Symbols"/>
              <a:buNone/>
            </a:pPr>
            <a:r>
              <a:rPr lang="en-US" sz="900" dirty="0">
                <a:latin typeface="News Gothic MT" panose="020B0503020103020203" pitchFamily="34" charset="0"/>
                <a:ea typeface="Menlo" panose="020B0609030804020204" pitchFamily="49" charset="0"/>
                <a:cs typeface="Menlo" panose="020B0609030804020204" pitchFamily="49" charset="0"/>
              </a:rPr>
              <a:t>      &lt;div class="item"&gt;</a:t>
            </a:r>
          </a:p>
          <a:p>
            <a:pPr marL="123825" indent="0">
              <a:lnSpc>
                <a:spcPct val="110000"/>
              </a:lnSpc>
              <a:spcBef>
                <a:spcPts val="0"/>
              </a:spcBef>
              <a:buFont typeface="Noto Sans Symbols"/>
              <a:buNone/>
            </a:pPr>
            <a:r>
              <a:rPr lang="en-US" sz="900" dirty="0">
                <a:latin typeface="News Gothic MT" panose="020B0503020103020203" pitchFamily="34" charset="0"/>
                <a:ea typeface="Menlo" panose="020B0609030804020204" pitchFamily="49" charset="0"/>
                <a:cs typeface="Menlo" panose="020B0609030804020204" pitchFamily="49" charset="0"/>
              </a:rPr>
              <a:t>         &lt;p&gt;Details&lt;/p&gt;</a:t>
            </a:r>
          </a:p>
          <a:p>
            <a:pPr marL="123825" indent="0">
              <a:lnSpc>
                <a:spcPct val="110000"/>
              </a:lnSpc>
              <a:spcBef>
                <a:spcPts val="0"/>
              </a:spcBef>
              <a:buFont typeface="Noto Sans Symbols"/>
              <a:buNone/>
            </a:pPr>
            <a:r>
              <a:rPr lang="en-US" sz="900" dirty="0">
                <a:latin typeface="News Gothic MT" panose="020B0503020103020203" pitchFamily="34" charset="0"/>
                <a:ea typeface="Menlo" panose="020B0609030804020204" pitchFamily="49" charset="0"/>
                <a:cs typeface="Menlo" panose="020B0609030804020204" pitchFamily="49" charset="0"/>
              </a:rPr>
              <a:t>      &lt;/div&gt;</a:t>
            </a:r>
          </a:p>
          <a:p>
            <a:pPr marL="123825" indent="0">
              <a:lnSpc>
                <a:spcPct val="110000"/>
              </a:lnSpc>
              <a:spcBef>
                <a:spcPts val="0"/>
              </a:spcBef>
              <a:buFont typeface="Noto Sans Symbols"/>
              <a:buNone/>
            </a:pPr>
            <a:r>
              <a:rPr lang="en-US" sz="900" dirty="0">
                <a:latin typeface="News Gothic MT" panose="020B0503020103020203" pitchFamily="34" charset="0"/>
                <a:ea typeface="Menlo" panose="020B0609030804020204" pitchFamily="49" charset="0"/>
                <a:cs typeface="Menlo" panose="020B0609030804020204" pitchFamily="49" charset="0"/>
              </a:rPr>
              <a:t>      &lt;div class="item"&gt;</a:t>
            </a:r>
          </a:p>
          <a:p>
            <a:pPr marL="123825" indent="0">
              <a:lnSpc>
                <a:spcPct val="110000"/>
              </a:lnSpc>
              <a:spcBef>
                <a:spcPts val="0"/>
              </a:spcBef>
              <a:buFont typeface="Noto Sans Symbols"/>
              <a:buNone/>
            </a:pPr>
            <a:r>
              <a:rPr lang="en-US" sz="900" dirty="0">
                <a:latin typeface="News Gothic MT" panose="020B0503020103020203" pitchFamily="34" charset="0"/>
                <a:ea typeface="Menlo" panose="020B0609030804020204" pitchFamily="49" charset="0"/>
                <a:cs typeface="Menlo" panose="020B0609030804020204" pitchFamily="49" charset="0"/>
              </a:rPr>
              <a:t>         &lt;p&gt;Dates&lt;/p&gt;</a:t>
            </a:r>
          </a:p>
          <a:p>
            <a:pPr marL="123825" indent="0">
              <a:lnSpc>
                <a:spcPct val="110000"/>
              </a:lnSpc>
              <a:spcBef>
                <a:spcPts val="0"/>
              </a:spcBef>
              <a:buFont typeface="Noto Sans Symbols"/>
              <a:buNone/>
            </a:pPr>
            <a:r>
              <a:rPr lang="en-US" sz="900" dirty="0">
                <a:latin typeface="News Gothic MT" panose="020B0503020103020203" pitchFamily="34" charset="0"/>
                <a:ea typeface="Menlo" panose="020B0609030804020204" pitchFamily="49" charset="0"/>
                <a:cs typeface="Menlo" panose="020B0609030804020204" pitchFamily="49" charset="0"/>
              </a:rPr>
              <a:t>      &lt;/div&gt;</a:t>
            </a:r>
          </a:p>
          <a:p>
            <a:pPr marL="123825" indent="0">
              <a:lnSpc>
                <a:spcPct val="110000"/>
              </a:lnSpc>
              <a:spcBef>
                <a:spcPts val="0"/>
              </a:spcBef>
              <a:buFont typeface="Noto Sans Symbols"/>
              <a:buNone/>
            </a:pPr>
            <a:r>
              <a:rPr lang="en-US" sz="900" dirty="0">
                <a:latin typeface="News Gothic MT" panose="020B0503020103020203" pitchFamily="34" charset="0"/>
                <a:ea typeface="Menlo" panose="020B0609030804020204" pitchFamily="49" charset="0"/>
                <a:cs typeface="Menlo" panose="020B0609030804020204" pitchFamily="49" charset="0"/>
              </a:rPr>
              <a:t>   &lt;/div&gt;</a:t>
            </a:r>
          </a:p>
          <a:p>
            <a:pPr marL="123825" indent="0">
              <a:lnSpc>
                <a:spcPct val="110000"/>
              </a:lnSpc>
              <a:spcBef>
                <a:spcPts val="0"/>
              </a:spcBef>
              <a:buFont typeface="Noto Sans Symbols"/>
              <a:buNone/>
            </a:pPr>
            <a:r>
              <a:rPr lang="en-US" sz="900" dirty="0">
                <a:latin typeface="News Gothic MT" panose="020B0503020103020203" pitchFamily="34" charset="0"/>
                <a:ea typeface="Menlo" panose="020B0609030804020204" pitchFamily="49" charset="0"/>
                <a:cs typeface="Menlo" panose="020B0609030804020204" pitchFamily="49" charset="0"/>
              </a:rPr>
              <a:t>&lt;/body&gt;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03FDD4-7F31-A17A-A970-7B46122E98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213" y="554853"/>
            <a:ext cx="7772400" cy="137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0719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980"/>
              <a:buFont typeface="Arial" panose="020B0604020202020204" pitchFamily="34" charset="0"/>
              <a:buChar char="•"/>
            </a:pPr>
            <a:r>
              <a:rPr lang="en-US" dirty="0"/>
              <a:t>Search the web!  (A search engine is your friend.)</a:t>
            </a:r>
            <a:endParaRPr dirty="0"/>
          </a:p>
          <a:p>
            <a:pPr marL="285750" lvl="0" indent="-285750" algn="l" rtl="0">
              <a:spcBef>
                <a:spcPts val="1497"/>
              </a:spcBef>
              <a:spcAft>
                <a:spcPts val="0"/>
              </a:spcAft>
              <a:buSzPts val="1980"/>
              <a:buFont typeface="Arial" panose="020B0604020202020204" pitchFamily="34" charset="0"/>
              <a:buChar char="•"/>
            </a:pPr>
            <a:r>
              <a:rPr lang="en-US" dirty="0"/>
              <a:t>Try W3Schools: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Particularly for its references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u="sng" dirty="0">
                <a:solidFill>
                  <a:schemeClr val="hlink"/>
                </a:solidFill>
                <a:hlinkClick r:id="rId3"/>
              </a:rPr>
              <a:t>http://www.w3schools.com/</a:t>
            </a:r>
            <a:r>
              <a:rPr lang="en-US" dirty="0"/>
              <a:t> 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Try other sites too</a:t>
            </a:r>
          </a:p>
          <a:p>
            <a:pPr marL="725771" lvl="2" indent="-211683" algn="l" rtl="0">
              <a:spcBef>
                <a:spcPts val="451"/>
              </a:spcBef>
              <a:spcAft>
                <a:spcPts val="0"/>
              </a:spcAft>
              <a:buSzPts val="1320"/>
              <a:buFont typeface="Arial" panose="020B0604020202020204" pitchFamily="34" charset="0"/>
              <a:buChar char="•"/>
            </a:pPr>
            <a:r>
              <a:rPr lang="en-US" sz="1800" dirty="0"/>
              <a:t>See </a:t>
            </a:r>
            <a:r>
              <a:rPr lang="en-US" sz="1800" u="sng" dirty="0">
                <a:solidFill>
                  <a:schemeClr val="hlink"/>
                </a:solidFill>
                <a:hlinkClick r:id="rId4"/>
              </a:rPr>
              <a:t>http://css.maxdesign.com.au/selectutorial/</a:t>
            </a:r>
            <a:r>
              <a:rPr lang="en-US" sz="1800" dirty="0"/>
              <a:t> </a:t>
            </a:r>
          </a:p>
          <a:p>
            <a:pPr marL="725771" lvl="2" indent="-211683" algn="l" rtl="0">
              <a:spcBef>
                <a:spcPts val="451"/>
              </a:spcBef>
              <a:spcAft>
                <a:spcPts val="0"/>
              </a:spcAft>
              <a:buSzPts val="1320"/>
              <a:buFont typeface="Arial" panose="020B0604020202020204" pitchFamily="34" charset="0"/>
              <a:buChar char="•"/>
            </a:pPr>
            <a:r>
              <a:rPr lang="en-US" sz="1800" dirty="0"/>
              <a:t>See </a:t>
            </a:r>
            <a:r>
              <a:rPr lang="en-US" sz="1800" dirty="0">
                <a:hlinkClick r:id="rId5"/>
              </a:rPr>
              <a:t>https://www.w3schools.com/cssref/css_selectors.php</a:t>
            </a:r>
            <a:endParaRPr lang="en-US" sz="1800" dirty="0"/>
          </a:p>
          <a:p>
            <a:pPr marL="725771" lvl="2" indent="-211683" algn="l" rtl="0">
              <a:spcBef>
                <a:spcPts val="451"/>
              </a:spcBef>
              <a:spcAft>
                <a:spcPts val="0"/>
              </a:spcAft>
              <a:buSzPts val="1320"/>
              <a:buFont typeface="Arial" panose="020B0604020202020204" pitchFamily="34" charset="0"/>
              <a:buChar char="•"/>
            </a:pPr>
            <a:r>
              <a:rPr lang="en-US" sz="1800" dirty="0"/>
              <a:t>See </a:t>
            </a:r>
            <a:r>
              <a:rPr lang="en-US" sz="1800" dirty="0">
                <a:hlinkClick r:id="rId6"/>
              </a:rPr>
              <a:t>https://css-tricks.com/css-selectors/</a:t>
            </a:r>
            <a:endParaRPr dirty="0"/>
          </a:p>
          <a:p>
            <a:pPr marL="285750" lvl="0" indent="-285750" algn="l" rtl="0">
              <a:spcBef>
                <a:spcPts val="1497"/>
              </a:spcBef>
              <a:spcAft>
                <a:spcPts val="0"/>
              </a:spcAft>
              <a:buSzPts val="1980"/>
              <a:buFont typeface="Arial" panose="020B0604020202020204" pitchFamily="34" charset="0"/>
              <a:buChar char="•"/>
            </a:pPr>
            <a:r>
              <a:rPr lang="en-US" dirty="0"/>
              <a:t>View page source!  Look at CSS files.  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The web is open – learn from others</a:t>
            </a:r>
            <a:endParaRPr dirty="0"/>
          </a:p>
        </p:txBody>
      </p:sp>
      <p:sp>
        <p:nvSpPr>
          <p:cNvPr id="364" name="Google Shape;364;p28"/>
          <p:cNvSpPr txBox="1">
            <a:spLocks noGrp="1"/>
          </p:cNvSpPr>
          <p:nvPr>
            <p:ph type="title"/>
          </p:nvPr>
        </p:nvSpPr>
        <p:spPr>
          <a:xfrm>
            <a:off x="1554481" y="81009"/>
            <a:ext cx="6031800" cy="1002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Where to go for help...</a:t>
            </a:r>
            <a:endParaRPr/>
          </a:p>
        </p:txBody>
      </p:sp>
      <p:sp>
        <p:nvSpPr>
          <p:cNvPr id="366" name="Google Shape;366;p28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 9/21</a:t>
            </a:r>
            <a:endParaRPr/>
          </a:p>
        </p:txBody>
      </p:sp>
      <p:sp>
        <p:nvSpPr>
          <p:cNvPr id="367" name="Google Shape;367;p28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to ITWS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650"/>
              <a:buFont typeface="Arial" panose="020B0604020202020204" pitchFamily="34" charset="0"/>
              <a:buChar char="•"/>
            </a:pPr>
            <a:r>
              <a:rPr lang="en-US" sz="1500" dirty="0"/>
              <a:t>INDENT YOUR WORK.   Carefully.  Correctly.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650"/>
              <a:buFont typeface="Arial" panose="020B0604020202020204" pitchFamily="34" charset="0"/>
              <a:buChar char="•"/>
            </a:pPr>
            <a:r>
              <a:rPr lang="en-US" sz="1500" dirty="0"/>
              <a:t>Many IDEs will do this for you – but you may not use them in this class.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650"/>
              <a:buFont typeface="Arial" panose="020B0604020202020204" pitchFamily="34" charset="0"/>
              <a:buChar char="•"/>
            </a:pPr>
            <a:r>
              <a:rPr lang="en-US" sz="1500" dirty="0"/>
              <a:t>Sublime Text has plugins that can help ... but many are imperfect, and we won’t be using them (much) in this class.  DO take advantage of the auto-indent features in good text editors – like VS Code, Atom, Brackets &amp; Sublime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650"/>
              <a:buFont typeface="Arial" panose="020B0604020202020204" pitchFamily="34" charset="0"/>
              <a:buChar char="•"/>
            </a:pPr>
            <a:r>
              <a:rPr lang="en-US" sz="1500" dirty="0"/>
              <a:t>Why?  To make your life and the lives of those you work with (or who inherit your work) easier. </a:t>
            </a:r>
            <a:endParaRPr dirty="0"/>
          </a:p>
          <a:p>
            <a:pPr marL="285750" lvl="0" indent="-285750" algn="l" rtl="0">
              <a:spcBef>
                <a:spcPts val="1497"/>
              </a:spcBef>
              <a:spcAft>
                <a:spcPts val="0"/>
              </a:spcAft>
              <a:buSzPts val="1650"/>
              <a:buFont typeface="Arial" panose="020B0604020202020204" pitchFamily="34" charset="0"/>
              <a:buChar char="•"/>
            </a:pPr>
            <a:r>
              <a:rPr lang="en-US" sz="1500" dirty="0"/>
              <a:t>Indents should be 2 or 3 </a:t>
            </a:r>
            <a:r>
              <a:rPr lang="en-US" sz="1500" i="1" dirty="0"/>
              <a:t>spaces</a:t>
            </a:r>
            <a:r>
              <a:rPr lang="en-US" sz="1500" dirty="0"/>
              <a:t> (not tabs)</a:t>
            </a:r>
            <a:endParaRPr dirty="0"/>
          </a:p>
          <a:p>
            <a:pPr marL="285750" lvl="0" indent="-285750" algn="l" rtl="0">
              <a:spcBef>
                <a:spcPts val="1497"/>
              </a:spcBef>
              <a:spcAft>
                <a:spcPts val="0"/>
              </a:spcAft>
              <a:buSzPts val="1650"/>
              <a:buFont typeface="Arial" panose="020B0604020202020204" pitchFamily="34" charset="0"/>
              <a:buChar char="•"/>
            </a:pPr>
            <a:r>
              <a:rPr lang="en-US" sz="1500" dirty="0"/>
              <a:t>Use white space and comments for readability</a:t>
            </a:r>
            <a:endParaRPr dirty="0"/>
          </a:p>
          <a:p>
            <a:pPr marL="285750" lvl="0" indent="-285750" algn="l" rtl="0">
              <a:spcBef>
                <a:spcPts val="1497"/>
              </a:spcBef>
              <a:spcAft>
                <a:spcPts val="0"/>
              </a:spcAft>
              <a:buSzPts val="1650"/>
              <a:buFont typeface="Arial" panose="020B0604020202020204" pitchFamily="34" charset="0"/>
              <a:buChar char="•"/>
            </a:pPr>
            <a:r>
              <a:rPr lang="en-US" sz="1500" dirty="0"/>
              <a:t>Don’t allow single lines to get too long (but for the purposes of this class, we will be flexible).</a:t>
            </a:r>
            <a:endParaRPr dirty="0"/>
          </a:p>
        </p:txBody>
      </p:sp>
      <p:sp>
        <p:nvSpPr>
          <p:cNvPr id="372" name="Google Shape;372;p29"/>
          <p:cNvSpPr txBox="1">
            <a:spLocks noGrp="1"/>
          </p:cNvSpPr>
          <p:nvPr>
            <p:ph type="title"/>
          </p:nvPr>
        </p:nvSpPr>
        <p:spPr>
          <a:xfrm>
            <a:off x="1554481" y="81009"/>
            <a:ext cx="6031800" cy="1002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Code Style </a:t>
            </a:r>
            <a:r>
              <a:rPr lang="en-US" sz="1350"/>
              <a:t>1 of 5</a:t>
            </a:r>
            <a:endParaRPr/>
          </a:p>
        </p:txBody>
      </p:sp>
      <p:sp>
        <p:nvSpPr>
          <p:cNvPr id="374" name="Google Shape;374;p29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 9/21</a:t>
            </a:r>
            <a:endParaRPr/>
          </a:p>
        </p:txBody>
      </p:sp>
      <p:sp>
        <p:nvSpPr>
          <p:cNvPr id="375" name="Google Shape;375;p29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to ITWS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en-US"/>
              <a:t>Correct example:</a:t>
            </a:r>
            <a:endParaRPr/>
          </a:p>
          <a:p>
            <a:pPr marL="0" lvl="0" indent="0" algn="l" rtl="0">
              <a:spcBef>
                <a:spcPts val="1497"/>
              </a:spcBef>
              <a:spcAft>
                <a:spcPts val="0"/>
              </a:spcAft>
              <a:buSzPts val="1650"/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&lt;div id=“navigation”&gt;</a:t>
            </a:r>
            <a:b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  &lt;h3&gt;Latest News&lt;/h3&gt;</a:t>
            </a:r>
            <a:b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  &lt;ul&gt;</a:t>
            </a:r>
            <a:b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    &lt;li&gt;Item 1&lt;/li&gt;</a:t>
            </a:r>
            <a:b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    &lt;li&gt;Item 2&lt;/li&gt;</a:t>
            </a:r>
            <a:b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  &lt;/ul&gt;</a:t>
            </a:r>
            <a:b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/>
          </a:p>
        </p:txBody>
      </p:sp>
      <p:sp>
        <p:nvSpPr>
          <p:cNvPr id="380" name="Google Shape;380;p30"/>
          <p:cNvSpPr txBox="1">
            <a:spLocks noGrp="1"/>
          </p:cNvSpPr>
          <p:nvPr>
            <p:ph type="title"/>
          </p:nvPr>
        </p:nvSpPr>
        <p:spPr>
          <a:xfrm>
            <a:off x="1554481" y="81009"/>
            <a:ext cx="6031800" cy="1002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Code Style </a:t>
            </a:r>
            <a:r>
              <a:rPr lang="en-US" sz="1350"/>
              <a:t>2 of 5</a:t>
            </a:r>
            <a:endParaRPr/>
          </a:p>
        </p:txBody>
      </p:sp>
      <p:sp>
        <p:nvSpPr>
          <p:cNvPr id="382" name="Google Shape;382;p30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 9/21</a:t>
            </a:r>
            <a:endParaRPr/>
          </a:p>
        </p:txBody>
      </p:sp>
      <p:sp>
        <p:nvSpPr>
          <p:cNvPr id="383" name="Google Shape;383;p30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to ITWS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50"/>
              <a:buNone/>
            </a:pPr>
            <a:r>
              <a:rPr lang="en-US" sz="1500" b="1"/>
              <a:t>Incorrect example (though syntactically correct):</a:t>
            </a:r>
            <a:endParaRPr/>
          </a:p>
          <a:p>
            <a:pPr marL="0" lvl="0" indent="0" algn="l" rtl="0">
              <a:spcBef>
                <a:spcPts val="1497"/>
              </a:spcBef>
              <a:spcAft>
                <a:spcPts val="0"/>
              </a:spcAft>
              <a:buSzPts val="1650"/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  &lt;div </a:t>
            </a:r>
            <a:b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id=  “navigation”&gt;</a:t>
            </a:r>
            <a:b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&lt;h3&gt;</a:t>
            </a:r>
            <a:b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Latest </a:t>
            </a:r>
            <a:b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          News&lt;/h3&gt;</a:t>
            </a:r>
            <a:b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&lt;ul&gt;&lt;li&gt;Item 1&lt;/li&gt;&lt;li&gt;</a:t>
            </a:r>
            <a:b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Item 2&lt;/li&gt;&lt;/ul&gt;</a:t>
            </a:r>
            <a:b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                            &lt;/div&gt;</a:t>
            </a:r>
            <a:endParaRPr/>
          </a:p>
        </p:txBody>
      </p:sp>
      <p:sp>
        <p:nvSpPr>
          <p:cNvPr id="388" name="Google Shape;388;p31"/>
          <p:cNvSpPr txBox="1">
            <a:spLocks noGrp="1"/>
          </p:cNvSpPr>
          <p:nvPr>
            <p:ph type="title"/>
          </p:nvPr>
        </p:nvSpPr>
        <p:spPr>
          <a:xfrm>
            <a:off x="1554481" y="81009"/>
            <a:ext cx="6031800" cy="1002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Code Style </a:t>
            </a:r>
            <a:r>
              <a:rPr lang="en-US" sz="1350"/>
              <a:t>3 of 5</a:t>
            </a:r>
            <a:endParaRPr/>
          </a:p>
        </p:txBody>
      </p:sp>
      <p:sp>
        <p:nvSpPr>
          <p:cNvPr id="390" name="Google Shape;390;p31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 9/21</a:t>
            </a:r>
            <a:endParaRPr/>
          </a:p>
        </p:txBody>
      </p:sp>
      <p:sp>
        <p:nvSpPr>
          <p:cNvPr id="391" name="Google Shape;391;p31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to ITWS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en-US"/>
              <a:t>Correct CSS example:</a:t>
            </a:r>
            <a:endParaRPr/>
          </a:p>
          <a:p>
            <a:pPr marL="0" lvl="0" indent="0" algn="l" rtl="0">
              <a:spcBef>
                <a:spcPts val="1497"/>
              </a:spcBef>
              <a:spcAft>
                <a:spcPts val="0"/>
              </a:spcAft>
              <a:buSzPts val="1650"/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ul#header li {</a:t>
            </a:r>
            <a:b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  float: left;</a:t>
            </a:r>
            <a:b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  width: 100px;</a:t>
            </a:r>
            <a:b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  background-color: #F0EEE5;</a:t>
            </a:r>
            <a:b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  color: black;</a:t>
            </a:r>
            <a:b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lvl="0" indent="0" algn="l" rtl="0">
              <a:spcBef>
                <a:spcPts val="1497"/>
              </a:spcBef>
              <a:spcAft>
                <a:spcPts val="0"/>
              </a:spcAft>
              <a:buSzPts val="1650"/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/* highlight the selected tab */</a:t>
            </a:r>
            <a:b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ul#header li.selected {</a:t>
            </a:r>
            <a:b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  background-color: #000;</a:t>
            </a:r>
            <a:b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  color: white;  </a:t>
            </a:r>
            <a:b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396" name="Google Shape;396;p32"/>
          <p:cNvSpPr txBox="1">
            <a:spLocks noGrp="1"/>
          </p:cNvSpPr>
          <p:nvPr>
            <p:ph type="title"/>
          </p:nvPr>
        </p:nvSpPr>
        <p:spPr>
          <a:xfrm>
            <a:off x="1554481" y="81009"/>
            <a:ext cx="6031800" cy="1002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Code Style </a:t>
            </a:r>
            <a:r>
              <a:rPr lang="en-US" sz="1350"/>
              <a:t>4 of 5</a:t>
            </a:r>
            <a:endParaRPr/>
          </a:p>
        </p:txBody>
      </p:sp>
      <p:sp>
        <p:nvSpPr>
          <p:cNvPr id="398" name="Google Shape;398;p32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 9/21</a:t>
            </a:r>
            <a:endParaRPr/>
          </a:p>
        </p:txBody>
      </p:sp>
      <p:sp>
        <p:nvSpPr>
          <p:cNvPr id="399" name="Google Shape;399;p32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to ITWS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980"/>
              <a:buFont typeface="Arial" panose="020B0604020202020204" pitchFamily="34" charset="0"/>
              <a:buChar char="•"/>
            </a:pPr>
            <a:r>
              <a:rPr lang="en-US" dirty="0"/>
              <a:t>In-page CSS is sometimes written like this:</a:t>
            </a:r>
            <a:br>
              <a:rPr lang="en-US" dirty="0"/>
            </a:br>
            <a:br>
              <a:rPr lang="en-US" dirty="0"/>
            </a:br>
            <a:r>
              <a:rPr lang="en-US" sz="1500" b="1" dirty="0">
                <a:latin typeface="Courier New"/>
                <a:ea typeface="Courier New"/>
                <a:cs typeface="Courier New"/>
                <a:sym typeface="Courier New"/>
              </a:rPr>
              <a:t>p {width: 500px; padding: 0;}</a:t>
            </a:r>
            <a:br>
              <a:rPr lang="en-US" sz="1500" b="1" dirty="0">
                <a:latin typeface="Courier New"/>
                <a:ea typeface="Courier New"/>
                <a:cs typeface="Courier New"/>
                <a:sym typeface="Courier New"/>
              </a:rPr>
            </a:br>
            <a:endParaRPr sz="15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285750" lvl="0" indent="-285750" algn="l" rtl="0">
              <a:spcBef>
                <a:spcPts val="1497"/>
              </a:spcBef>
              <a:spcAft>
                <a:spcPts val="0"/>
              </a:spcAft>
              <a:buSzPts val="1980"/>
              <a:buFont typeface="Arial" panose="020B0604020202020204" pitchFamily="34" charset="0"/>
              <a:buChar char="•"/>
            </a:pPr>
            <a:r>
              <a:rPr lang="en-US" dirty="0"/>
              <a:t>For this class, style all CSS as if it were in an external CSS file, e.g. </a:t>
            </a:r>
            <a:br>
              <a:rPr lang="en-US" dirty="0"/>
            </a:br>
            <a:br>
              <a:rPr lang="en-US" dirty="0"/>
            </a:br>
            <a:r>
              <a:rPr lang="en-US" sz="1500" b="1" dirty="0">
                <a:latin typeface="Courier New"/>
                <a:ea typeface="Courier New"/>
                <a:cs typeface="Courier New"/>
                <a:sym typeface="Courier New"/>
              </a:rPr>
              <a:t>p {</a:t>
            </a:r>
            <a:br>
              <a:rPr lang="en-US" sz="1500" b="1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500" b="1" dirty="0">
                <a:latin typeface="Courier New"/>
                <a:ea typeface="Courier New"/>
                <a:cs typeface="Courier New"/>
                <a:sym typeface="Courier New"/>
              </a:rPr>
              <a:t>  width: 500px; </a:t>
            </a:r>
            <a:br>
              <a:rPr lang="en-US" sz="1500" b="1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500" b="1" dirty="0">
                <a:latin typeface="Courier New"/>
                <a:ea typeface="Courier New"/>
                <a:cs typeface="Courier New"/>
                <a:sym typeface="Courier New"/>
              </a:rPr>
              <a:t>  padding: 0;</a:t>
            </a:r>
            <a:br>
              <a:rPr lang="en-US" sz="1500" b="1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500" b="1" dirty="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br>
              <a:rPr lang="en-US" b="1" dirty="0"/>
            </a:br>
            <a:r>
              <a:rPr lang="en-US" b="1" dirty="0"/>
              <a:t>  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4" name="Google Shape;404;p33"/>
          <p:cNvSpPr txBox="1">
            <a:spLocks noGrp="1"/>
          </p:cNvSpPr>
          <p:nvPr>
            <p:ph type="title"/>
          </p:nvPr>
        </p:nvSpPr>
        <p:spPr>
          <a:xfrm>
            <a:off x="1554481" y="81009"/>
            <a:ext cx="6031800" cy="1002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Code Style </a:t>
            </a:r>
            <a:r>
              <a:rPr lang="en-US" sz="1350"/>
              <a:t>5 of 5</a:t>
            </a:r>
            <a:endParaRPr/>
          </a:p>
        </p:txBody>
      </p:sp>
      <p:sp>
        <p:nvSpPr>
          <p:cNvPr id="406" name="Google Shape;406;p33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 9/21</a:t>
            </a:r>
            <a:endParaRPr/>
          </a:p>
        </p:txBody>
      </p:sp>
      <p:sp>
        <p:nvSpPr>
          <p:cNvPr id="407" name="Google Shape;407;p33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to ITWS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4"/>
          <p:cNvSpPr txBox="1">
            <a:spLocks noGrp="1"/>
          </p:cNvSpPr>
          <p:nvPr>
            <p:ph type="body" idx="1"/>
          </p:nvPr>
        </p:nvSpPr>
        <p:spPr>
          <a:xfrm>
            <a:off x="548641" y="702700"/>
            <a:ext cx="8042400" cy="325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194310" algn="l" rtl="0">
              <a:spcBef>
                <a:spcPts val="0"/>
              </a:spcBef>
              <a:spcAft>
                <a:spcPts val="0"/>
              </a:spcAft>
              <a:buSzPts val="1540"/>
              <a:buFont typeface="Arial" panose="020B0604020202020204" pitchFamily="34" charset="0"/>
              <a:buChar char="•"/>
            </a:pPr>
            <a:r>
              <a:rPr lang="en-US" sz="1200" dirty="0"/>
              <a:t>Go into your repo on your local machine using GitHub Desktop</a:t>
            </a:r>
          </a:p>
          <a:p>
            <a:pPr marL="91440" lvl="0" indent="0" algn="l" rtl="0">
              <a:spcBef>
                <a:spcPts val="0"/>
              </a:spcBef>
              <a:spcAft>
                <a:spcPts val="0"/>
              </a:spcAft>
              <a:buSzPts val="1540"/>
              <a:buNone/>
            </a:pPr>
            <a:endParaRPr sz="1600" dirty="0"/>
          </a:p>
          <a:p>
            <a:pPr marL="285750" lvl="0" indent="-194310" algn="l" rtl="0">
              <a:spcBef>
                <a:spcPts val="0"/>
              </a:spcBef>
              <a:spcAft>
                <a:spcPts val="0"/>
              </a:spcAft>
              <a:buSzPts val="1540"/>
              <a:buFont typeface="Arial" panose="020B0604020202020204" pitchFamily="34" charset="0"/>
              <a:buChar char="•"/>
            </a:pPr>
            <a:r>
              <a:rPr lang="en-US" sz="1200" dirty="0"/>
              <a:t>Open your repo with Visual Studio Code</a:t>
            </a:r>
          </a:p>
          <a:p>
            <a:pPr marL="91440" lvl="0" indent="0" algn="l" rtl="0">
              <a:spcBef>
                <a:spcPts val="0"/>
              </a:spcBef>
              <a:spcAft>
                <a:spcPts val="0"/>
              </a:spcAft>
              <a:buSzPts val="1540"/>
              <a:buNone/>
            </a:pPr>
            <a:endParaRPr sz="1600" dirty="0"/>
          </a:p>
          <a:p>
            <a:pPr marL="285750" lvl="0" indent="-194310" algn="l" rtl="0">
              <a:spcBef>
                <a:spcPts val="0"/>
              </a:spcBef>
              <a:spcAft>
                <a:spcPts val="0"/>
              </a:spcAft>
              <a:buSzPts val="1540"/>
              <a:buFont typeface="Arial" panose="020B0604020202020204" pitchFamily="34" charset="0"/>
              <a:buChar char="•"/>
            </a:pPr>
            <a:r>
              <a:rPr lang="en-US" sz="1200" b="1" i="1" dirty="0"/>
              <a:t>Develop</a:t>
            </a:r>
            <a:r>
              <a:rPr lang="en-US" sz="1200" dirty="0"/>
              <a:t> – </a:t>
            </a:r>
            <a:endParaRPr lang="en-US" sz="1050" dirty="0"/>
          </a:p>
          <a:p>
            <a:pPr marL="742950" lvl="1" indent="-194310">
              <a:spcBef>
                <a:spcPts val="0"/>
              </a:spcBef>
              <a:buSzPts val="1540"/>
              <a:buFont typeface="Arial" panose="020B0604020202020204" pitchFamily="34" charset="0"/>
              <a:buChar char="•"/>
            </a:pPr>
            <a:r>
              <a:rPr lang="en-US" sz="1200" dirty="0"/>
              <a:t>Edit your </a:t>
            </a:r>
            <a:r>
              <a:rPr lang="en-US" sz="1200" dirty="0" err="1"/>
              <a:t>index.html</a:t>
            </a:r>
            <a:r>
              <a:rPr lang="en-US" sz="1200" dirty="0"/>
              <a:t> file to be in proper HTML format – structure, </a:t>
            </a:r>
            <a:r>
              <a:rPr lang="en-US" sz="1200" dirty="0" err="1"/>
              <a:t>etc</a:t>
            </a:r>
            <a:r>
              <a:rPr lang="en-US" sz="1200" dirty="0"/>
              <a:t>…</a:t>
            </a:r>
            <a:endParaRPr sz="1600" dirty="0"/>
          </a:p>
          <a:p>
            <a:pPr marL="742950" lvl="1" indent="-194310">
              <a:spcBef>
                <a:spcPts val="0"/>
              </a:spcBef>
              <a:buSzPts val="1540"/>
              <a:buFont typeface="Arial" panose="020B0604020202020204" pitchFamily="34" charset="0"/>
              <a:buChar char="•"/>
            </a:pPr>
            <a:r>
              <a:rPr lang="en-US" sz="1200" dirty="0"/>
              <a:t>Add some text – like your name, and some other stuff (up to you) like a background, </a:t>
            </a:r>
            <a:r>
              <a:rPr lang="en-US" sz="1200" dirty="0" err="1"/>
              <a:t>intro,etc</a:t>
            </a:r>
            <a:r>
              <a:rPr lang="en-US" sz="1200" dirty="0"/>
              <a:t>.</a:t>
            </a:r>
          </a:p>
          <a:p>
            <a:pPr marL="548640" lvl="1" indent="0">
              <a:spcBef>
                <a:spcPts val="0"/>
              </a:spcBef>
              <a:buSzPts val="1540"/>
              <a:buNone/>
            </a:pPr>
            <a:endParaRPr sz="1600" dirty="0"/>
          </a:p>
          <a:p>
            <a:pPr marL="285750" lvl="0" indent="-194310" algn="l" rtl="0">
              <a:spcBef>
                <a:spcPts val="0"/>
              </a:spcBef>
              <a:spcAft>
                <a:spcPts val="0"/>
              </a:spcAft>
              <a:buSzPts val="1540"/>
              <a:buFont typeface="Arial" panose="020B0604020202020204" pitchFamily="34" charset="0"/>
              <a:buChar char="•"/>
            </a:pPr>
            <a:r>
              <a:rPr lang="en-US" sz="1200" b="1" i="1" dirty="0"/>
              <a:t>Stage</a:t>
            </a:r>
            <a:r>
              <a:rPr lang="en-US" sz="1200" dirty="0"/>
              <a:t> your changes – </a:t>
            </a:r>
          </a:p>
          <a:p>
            <a:pPr marL="742950" lvl="1" indent="-194310">
              <a:spcBef>
                <a:spcPts val="0"/>
              </a:spcBef>
              <a:buSzPts val="1540"/>
              <a:buFont typeface="Arial" panose="020B0604020202020204" pitchFamily="34" charset="0"/>
              <a:buChar char="•"/>
            </a:pPr>
            <a:r>
              <a:rPr lang="en-US" sz="1200" dirty="0"/>
              <a:t>Save the changes</a:t>
            </a:r>
          </a:p>
          <a:p>
            <a:pPr marL="548640" lvl="1" indent="0">
              <a:spcBef>
                <a:spcPts val="0"/>
              </a:spcBef>
              <a:buSzPts val="1540"/>
              <a:buNone/>
            </a:pPr>
            <a:endParaRPr sz="1600" dirty="0"/>
          </a:p>
          <a:p>
            <a:pPr marL="285750" lvl="0" indent="-194310">
              <a:spcBef>
                <a:spcPts val="0"/>
              </a:spcBef>
              <a:buSzPts val="1540"/>
              <a:buFont typeface="Arial" panose="020B0604020202020204" pitchFamily="34" charset="0"/>
              <a:buChar char="•"/>
            </a:pPr>
            <a:r>
              <a:rPr lang="en-US" sz="1200" b="1" i="1" dirty="0"/>
              <a:t>Deploy – </a:t>
            </a:r>
          </a:p>
          <a:p>
            <a:pPr marL="742950" lvl="1" indent="-194310">
              <a:spcBef>
                <a:spcPts val="0"/>
              </a:spcBef>
              <a:buSzPts val="1540"/>
              <a:buFont typeface="Arial" panose="020B0604020202020204" pitchFamily="34" charset="0"/>
              <a:buChar char="•"/>
            </a:pPr>
            <a:r>
              <a:rPr lang="en-US" sz="1200" dirty="0"/>
              <a:t>Go back into GitHub desktop, commit and push your changes to GitHub</a:t>
            </a:r>
            <a:r>
              <a:rPr lang="en-US" sz="1600" dirty="0"/>
              <a:t> </a:t>
            </a:r>
            <a:endParaRPr sz="1600" dirty="0"/>
          </a:p>
          <a:p>
            <a:pPr marL="742950" lvl="1" indent="-194310">
              <a:spcBef>
                <a:spcPts val="0"/>
              </a:spcBef>
              <a:buSzPts val="1540"/>
              <a:buFont typeface="Arial" panose="020B0604020202020204" pitchFamily="34" charset="0"/>
              <a:buChar char="•"/>
            </a:pPr>
            <a:r>
              <a:rPr lang="en-US" sz="1200" dirty="0"/>
              <a:t>Start your Azure Instances (Web Servers), SSH into them, and navigate to your </a:t>
            </a:r>
            <a:r>
              <a:rPr lang="en-US" sz="1200" dirty="0" err="1"/>
              <a:t>iit</a:t>
            </a:r>
            <a:r>
              <a:rPr lang="en-US" sz="1200" dirty="0"/>
              <a:t> folders</a:t>
            </a:r>
            <a:endParaRPr sz="1600" dirty="0"/>
          </a:p>
          <a:p>
            <a:pPr marL="742950" lvl="1" indent="-194310">
              <a:spcBef>
                <a:spcPts val="0"/>
              </a:spcBef>
              <a:buSzPts val="1540"/>
              <a:buFont typeface="Arial" panose="020B0604020202020204" pitchFamily="34" charset="0"/>
              <a:buChar char="•"/>
            </a:pPr>
            <a:r>
              <a:rPr lang="en-US" sz="1200" dirty="0"/>
              <a:t>Pull down the new (</a:t>
            </a:r>
            <a:r>
              <a:rPr lang="en-US" sz="1200" b="1" i="1" dirty="0"/>
              <a:t>production</a:t>
            </a:r>
            <a:r>
              <a:rPr lang="en-US" sz="1200" dirty="0"/>
              <a:t>) version of your website</a:t>
            </a:r>
            <a:endParaRPr sz="1600" dirty="0"/>
          </a:p>
          <a:p>
            <a:pPr marL="285750" lvl="0" indent="-194310" algn="l" rtl="0">
              <a:spcBef>
                <a:spcPts val="1497"/>
              </a:spcBef>
              <a:spcAft>
                <a:spcPts val="0"/>
              </a:spcAft>
              <a:buSzPts val="1540"/>
              <a:buFont typeface="Arial" panose="020B0604020202020204" pitchFamily="34" charset="0"/>
              <a:buChar char="•"/>
            </a:pPr>
            <a:r>
              <a:rPr lang="en-US" sz="1200" dirty="0"/>
              <a:t>Test it in your browser</a:t>
            </a:r>
            <a:endParaRPr sz="1600" dirty="0"/>
          </a:p>
        </p:txBody>
      </p:sp>
      <p:sp>
        <p:nvSpPr>
          <p:cNvPr id="413" name="Google Shape;413;p34"/>
          <p:cNvSpPr txBox="1">
            <a:spLocks noGrp="1"/>
          </p:cNvSpPr>
          <p:nvPr>
            <p:ph type="title"/>
          </p:nvPr>
        </p:nvSpPr>
        <p:spPr>
          <a:xfrm>
            <a:off x="548641" y="81009"/>
            <a:ext cx="8042400" cy="512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&lt;code&gt;</a:t>
            </a:r>
            <a:endParaRPr dirty="0"/>
          </a:p>
        </p:txBody>
      </p:sp>
      <p:sp>
        <p:nvSpPr>
          <p:cNvPr id="414" name="Google Shape;414;p34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 9/21</a:t>
            </a:r>
            <a:endParaRPr/>
          </a:p>
        </p:txBody>
      </p:sp>
      <p:sp>
        <p:nvSpPr>
          <p:cNvPr id="415" name="Google Shape;415;p34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to ITWS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336D66-2954-189E-2B48-05DD49A6C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way to make a new set of changes without risking our production code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Remember the graph from the GitHub lecture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 will start using branches in Lab 2</a:t>
            </a:r>
          </a:p>
          <a:p>
            <a:pPr marL="10287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CB869CC-498D-304F-13BC-57C260805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81010"/>
            <a:ext cx="8042400" cy="456402"/>
          </a:xfrm>
        </p:spPr>
        <p:txBody>
          <a:bodyPr/>
          <a:lstStyle/>
          <a:p>
            <a:r>
              <a:rPr lang="en-US" dirty="0"/>
              <a:t>Branching</a:t>
            </a:r>
          </a:p>
        </p:txBody>
      </p:sp>
    </p:spTree>
    <p:extLst>
      <p:ext uri="{BB962C8B-B14F-4D97-AF65-F5344CB8AC3E}">
        <p14:creationId xmlns:p14="http://schemas.microsoft.com/office/powerpoint/2010/main" val="41707487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5"/>
          <p:cNvSpPr txBox="1">
            <a:spLocks noGrp="1"/>
          </p:cNvSpPr>
          <p:nvPr>
            <p:ph type="body" idx="1"/>
          </p:nvPr>
        </p:nvSpPr>
        <p:spPr>
          <a:xfrm>
            <a:off x="176981" y="1200006"/>
            <a:ext cx="8414060" cy="325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48195" lvl="1" indent="-285750" algn="l" rtl="0">
              <a:spcBef>
                <a:spcPts val="0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Look over the HTML tutorials at </a:t>
            </a:r>
            <a:endParaRPr dirty="0"/>
          </a:p>
          <a:p>
            <a:pPr marL="799838" lvl="2" indent="-285750" algn="l" rtl="0">
              <a:spcBef>
                <a:spcPts val="451"/>
              </a:spcBef>
              <a:spcAft>
                <a:spcPts val="0"/>
              </a:spcAft>
              <a:buSzPts val="1650"/>
              <a:buFont typeface="Arial" panose="020B0604020202020204" pitchFamily="34" charset="0"/>
              <a:buChar char="•"/>
            </a:pPr>
            <a:r>
              <a:rPr lang="en-US" u="sng" dirty="0">
                <a:solidFill>
                  <a:schemeClr val="hlink"/>
                </a:solidFill>
                <a:hlinkClick r:id="rId3"/>
              </a:rPr>
              <a:t>HTML Versus XHTML (w3schools.com)</a:t>
            </a:r>
            <a:endParaRPr dirty="0"/>
          </a:p>
          <a:p>
            <a:pPr marL="799838" lvl="2" indent="-285750" algn="l" rtl="0">
              <a:spcBef>
                <a:spcPts val="451"/>
              </a:spcBef>
              <a:spcAft>
                <a:spcPts val="0"/>
              </a:spcAft>
              <a:buSzPts val="1650"/>
              <a:buFont typeface="Arial" panose="020B0604020202020204" pitchFamily="34" charset="0"/>
              <a:buChar char="•"/>
            </a:pPr>
            <a:r>
              <a:rPr lang="en-US" u="sng" dirty="0">
                <a:solidFill>
                  <a:schemeClr val="hlink"/>
                </a:solidFill>
                <a:hlinkClick r:id="rId4"/>
              </a:rPr>
              <a:t>HTML Tutorial (w3schools.com)</a:t>
            </a:r>
            <a:endParaRPr dirty="0"/>
          </a:p>
          <a:p>
            <a:pPr marL="262444" lvl="1" indent="0" algn="l" rtl="0">
              <a:spcBef>
                <a:spcPts val="451"/>
              </a:spcBef>
              <a:spcAft>
                <a:spcPts val="0"/>
              </a:spcAft>
              <a:buSzPts val="1760"/>
              <a:buNone/>
            </a:pPr>
            <a:r>
              <a:rPr lang="en-US" dirty="0"/>
              <a:t>– </a:t>
            </a:r>
            <a:r>
              <a:rPr lang="en-US" sz="1600" dirty="0"/>
              <a:t>These cover the basic rules of XHTML and HTML which we will be using during Monday's lab.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Visit W3Schools XHTML tag reference, listed by function</a:t>
            </a:r>
            <a:br>
              <a:rPr lang="en-US" dirty="0"/>
            </a:br>
            <a:r>
              <a:rPr lang="en-US" u="sng" dirty="0">
                <a:solidFill>
                  <a:schemeClr val="hlink"/>
                </a:solidFill>
                <a:hlinkClick r:id="rId5"/>
              </a:rPr>
              <a:t>http://www.w3schools.com/tags/ref_byfunc.asp</a:t>
            </a:r>
            <a:endParaRPr dirty="0"/>
          </a:p>
          <a:p>
            <a:pPr marL="799838" lvl="2" indent="-285750" algn="l" rtl="0">
              <a:spcBef>
                <a:spcPts val="451"/>
              </a:spcBef>
              <a:spcAft>
                <a:spcPts val="0"/>
              </a:spcAft>
              <a:buSzPts val="1650"/>
              <a:buFont typeface="Arial" panose="020B0604020202020204" pitchFamily="34" charset="0"/>
              <a:buChar char="•"/>
            </a:pPr>
            <a:r>
              <a:rPr lang="en-US" dirty="0"/>
              <a:t>look through the tag listing</a:t>
            </a:r>
            <a:endParaRPr dirty="0"/>
          </a:p>
          <a:p>
            <a:pPr marL="799838" lvl="2" indent="-285750" algn="l" rtl="0">
              <a:spcBef>
                <a:spcPts val="451"/>
              </a:spcBef>
              <a:spcAft>
                <a:spcPts val="0"/>
              </a:spcAft>
              <a:buSzPts val="1650"/>
              <a:buFont typeface="Arial" panose="020B0604020202020204" pitchFamily="34" charset="0"/>
              <a:buChar char="•"/>
            </a:pPr>
            <a:r>
              <a:rPr lang="en-US" dirty="0"/>
              <a:t>ignore elements marked “deprecated” – they are not to be used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Look also at the W3Schools CSS reference </a:t>
            </a:r>
            <a:r>
              <a:rPr lang="en-US" u="sng" dirty="0">
                <a:solidFill>
                  <a:schemeClr val="hlink"/>
                </a:solidFill>
                <a:hlinkClick r:id="rId6"/>
              </a:rPr>
              <a:t>https://www.w3schools.com/cssref/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Look at resources to learn about Chrome Developer tools – specifically for HTML &amp; CSS at this point – one example from </a:t>
            </a:r>
            <a:r>
              <a:rPr lang="en-US" u="sng" dirty="0">
                <a:solidFill>
                  <a:schemeClr val="hlink"/>
                </a:solidFill>
                <a:hlinkClick r:id="rId7"/>
              </a:rPr>
              <a:t>The Net Ninja</a:t>
            </a:r>
            <a:endParaRPr dirty="0"/>
          </a:p>
          <a:p>
            <a:pPr marL="262444" lvl="1" indent="0" algn="l" rtl="0">
              <a:spcBef>
                <a:spcPts val="451"/>
              </a:spcBef>
              <a:spcAft>
                <a:spcPts val="0"/>
              </a:spcAft>
              <a:buSzPts val="1815"/>
              <a:buNone/>
            </a:pPr>
            <a:endParaRPr dirty="0"/>
          </a:p>
        </p:txBody>
      </p:sp>
      <p:sp>
        <p:nvSpPr>
          <p:cNvPr id="420" name="Google Shape;420;p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Prior to lab 2 ...</a:t>
            </a:r>
            <a:endParaRPr/>
          </a:p>
        </p:txBody>
      </p:sp>
      <p:sp>
        <p:nvSpPr>
          <p:cNvPr id="422" name="Google Shape;422;p35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 9/21</a:t>
            </a:r>
            <a:endParaRPr/>
          </a:p>
        </p:txBody>
      </p:sp>
      <p:sp>
        <p:nvSpPr>
          <p:cNvPr id="423" name="Google Shape;423;p35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to ITWS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980"/>
              <a:buFont typeface="Arial" panose="020B0604020202020204" pitchFamily="34" charset="0"/>
              <a:buChar char="•"/>
            </a:pPr>
            <a:r>
              <a:rPr lang="en-US" dirty="0"/>
              <a:t>Install Editor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VS Code, 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(alternatives=Sublime or Atom or Brackets, or, or, …)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NO IDEs! (Dreamweaver, Eclipse, Visual Studio, </a:t>
            </a:r>
            <a:r>
              <a:rPr lang="en-US" dirty="0" err="1"/>
              <a:t>etc</a:t>
            </a:r>
            <a:r>
              <a:rPr lang="en-US" dirty="0"/>
              <a:t>)</a:t>
            </a:r>
            <a:endParaRPr dirty="0"/>
          </a:p>
          <a:p>
            <a:pPr marL="285750" lvl="0" indent="-285750" algn="l" rtl="0">
              <a:spcBef>
                <a:spcPts val="1497"/>
              </a:spcBef>
              <a:spcAft>
                <a:spcPts val="0"/>
              </a:spcAft>
              <a:buSzPts val="1980"/>
              <a:buFont typeface="Arial" panose="020B0604020202020204" pitchFamily="34" charset="0"/>
              <a:buChar char="•"/>
            </a:pPr>
            <a:r>
              <a:rPr lang="en-US" dirty="0"/>
              <a:t>Examine browser tools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Chrome/Edge</a:t>
            </a:r>
            <a:endParaRPr dirty="0"/>
          </a:p>
          <a:p>
            <a:pPr marL="548195" lvl="1" indent="-285750" algn="l" rtl="0">
              <a:spcBef>
                <a:spcPts val="451"/>
              </a:spcBef>
              <a:spcAft>
                <a:spcPts val="0"/>
              </a:spcAft>
              <a:buSzPts val="1760"/>
              <a:buFont typeface="Arial" panose="020B0604020202020204" pitchFamily="34" charset="0"/>
              <a:buChar char="•"/>
            </a:pPr>
            <a:r>
              <a:rPr lang="en-US" dirty="0"/>
              <a:t>Chrome/Edge Developer tools</a:t>
            </a:r>
            <a:endParaRPr dirty="0"/>
          </a:p>
          <a:p>
            <a:pPr marL="262444" lvl="1" indent="0" algn="l" rtl="0">
              <a:spcBef>
                <a:spcPts val="451"/>
              </a:spcBef>
              <a:spcAft>
                <a:spcPts val="0"/>
              </a:spcAft>
              <a:buSzPts val="1815"/>
              <a:buNone/>
            </a:pPr>
            <a:endParaRPr dirty="0"/>
          </a:p>
        </p:txBody>
      </p:sp>
      <p:sp>
        <p:nvSpPr>
          <p:cNvPr id="428" name="Google Shape;428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Software Overview</a:t>
            </a:r>
            <a:endParaRPr/>
          </a:p>
        </p:txBody>
      </p:sp>
      <p:sp>
        <p:nvSpPr>
          <p:cNvPr id="430" name="Google Shape;430;p36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 9/21</a:t>
            </a:r>
            <a:endParaRPr/>
          </a:p>
        </p:txBody>
      </p:sp>
      <p:sp>
        <p:nvSpPr>
          <p:cNvPr id="431" name="Google Shape;431;p36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to ITWS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en-US"/>
              <a:t>List of Figures</a:t>
            </a:r>
            <a:endParaRPr/>
          </a:p>
        </p:txBody>
      </p:sp>
      <p:sp>
        <p:nvSpPr>
          <p:cNvPr id="436" name="Google Shape;436;p37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8871" lvl="0" indent="-118871" algn="l" rtl="0">
              <a:spcBef>
                <a:spcPts val="0"/>
              </a:spcBef>
              <a:spcAft>
                <a:spcPts val="0"/>
              </a:spcAft>
              <a:buSzPts val="660"/>
              <a:buChar char="⚫"/>
            </a:pPr>
            <a:r>
              <a:rPr lang="en-US"/>
              <a:t>Slide 9 &amp; 22</a:t>
            </a:r>
            <a:br>
              <a:rPr lang="en-US"/>
            </a:br>
            <a:r>
              <a:rPr lang="en-US"/>
              <a:t>[Untitled graphic of the CSS Box Model, Bitmap].  Retrieved September 10, 2010 from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http://www.mandalatv.net/itp/drivebys/css/</a:t>
            </a:r>
            <a:r>
              <a:rPr lang="en-US"/>
              <a:t> </a:t>
            </a:r>
            <a:endParaRPr/>
          </a:p>
          <a:p>
            <a:pPr marL="118871" lvl="0" indent="-76961" algn="l" rtl="0">
              <a:spcBef>
                <a:spcPts val="1200"/>
              </a:spcBef>
              <a:spcAft>
                <a:spcPts val="0"/>
              </a:spcAft>
              <a:buSzPts val="660"/>
              <a:buNone/>
            </a:pPr>
            <a:endParaRPr/>
          </a:p>
        </p:txBody>
      </p:sp>
      <p:sp>
        <p:nvSpPr>
          <p:cNvPr id="437" name="Google Shape;437;p37"/>
          <p:cNvSpPr txBox="1">
            <a:spLocks noGrp="1"/>
          </p:cNvSpPr>
          <p:nvPr>
            <p:ph type="body" idx="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980"/>
              <a:buNone/>
            </a:pPr>
            <a:endParaRPr/>
          </a:p>
        </p:txBody>
      </p:sp>
      <p:sp>
        <p:nvSpPr>
          <p:cNvPr id="438" name="Google Shape;438;p37"/>
          <p:cNvSpPr txBox="1">
            <a:spLocks noGrp="1"/>
          </p:cNvSpPr>
          <p:nvPr>
            <p:ph type="body" idx="4"/>
          </p:nvPr>
        </p:nvSpPr>
        <p:spPr>
          <a:xfrm>
            <a:off x="4652368" y="1044774"/>
            <a:ext cx="2934296" cy="3412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8871" lvl="0" indent="-76961" algn="l" rtl="0">
              <a:spcBef>
                <a:spcPts val="0"/>
              </a:spcBef>
              <a:spcAft>
                <a:spcPts val="0"/>
              </a:spcAft>
              <a:buSzPts val="660"/>
              <a:buFont typeface="Source Sans Pro"/>
              <a:buNone/>
            </a:pPr>
            <a:endParaRPr/>
          </a:p>
        </p:txBody>
      </p:sp>
      <p:sp>
        <p:nvSpPr>
          <p:cNvPr id="440" name="Google Shape;440;p37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 9/21</a:t>
            </a:r>
            <a:endParaRPr/>
          </a:p>
        </p:txBody>
      </p:sp>
      <p:sp>
        <p:nvSpPr>
          <p:cNvPr id="441" name="Google Shape;441;p37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to ITWS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roIT-Theme">
  <a:themeElements>
    <a:clrScheme name="Breeze">
      <a:dk1>
        <a:srgbClr val="000000"/>
      </a:dk1>
      <a:lt1>
        <a:srgbClr val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87</TotalTime>
  <Words>3792</Words>
  <Application>Microsoft Macintosh PowerPoint</Application>
  <PresentationFormat>On-screen Show (16:9)</PresentationFormat>
  <Paragraphs>464</Paragraphs>
  <Slides>39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Noto Sans Symbols</vt:lpstr>
      <vt:lpstr>Calibri</vt:lpstr>
      <vt:lpstr>Courier New</vt:lpstr>
      <vt:lpstr>Source Sans Pro</vt:lpstr>
      <vt:lpstr>Arial</vt:lpstr>
      <vt:lpstr>News Gothic MT</vt:lpstr>
      <vt:lpstr>Times New Roman</vt:lpstr>
      <vt:lpstr>IntroIT-Theme</vt:lpstr>
      <vt:lpstr>HTML, XHTML &amp; CSS</vt:lpstr>
      <vt:lpstr>HyperText Markup Language</vt:lpstr>
      <vt:lpstr>HyperText Markup Language</vt:lpstr>
      <vt:lpstr>HyperText Markup Language</vt:lpstr>
      <vt:lpstr>HTML Versions</vt:lpstr>
      <vt:lpstr>An HTML Document</vt:lpstr>
      <vt:lpstr>Basic HTML Structure (HTML 5)</vt:lpstr>
      <vt:lpstr>&lt;!DOCTYPE&gt; &amp; &lt;html&gt;</vt:lpstr>
      <vt:lpstr>&lt;head&gt;…&lt;/head&gt;</vt:lpstr>
      <vt:lpstr>&lt;body&gt;…&lt;/body&gt;</vt:lpstr>
      <vt:lpstr>Markup Display Concepts</vt:lpstr>
      <vt:lpstr>XHTML Document</vt:lpstr>
      <vt:lpstr>XHTML 1 of 2</vt:lpstr>
      <vt:lpstr>XHTML 2 of 2</vt:lpstr>
      <vt:lpstr>CSS</vt:lpstr>
      <vt:lpstr>CSS Example</vt:lpstr>
      <vt:lpstr>Declaring Styles</vt:lpstr>
      <vt:lpstr>Selectors</vt:lpstr>
      <vt:lpstr>IDs and Classes</vt:lpstr>
      <vt:lpstr>Precedence and the Cascade</vt:lpstr>
      <vt:lpstr>Precedence Example</vt:lpstr>
      <vt:lpstr>CSS Sizes</vt:lpstr>
      <vt:lpstr>CSS Colors</vt:lpstr>
      <vt:lpstr>CSS Box Model</vt:lpstr>
      <vt:lpstr>CSS Shorthand</vt:lpstr>
      <vt:lpstr>Floating Elements</vt:lpstr>
      <vt:lpstr>PowerPoint Presentation</vt:lpstr>
      <vt:lpstr>CSS Flexbox </vt:lpstr>
      <vt:lpstr>Where to go for help...</vt:lpstr>
      <vt:lpstr>Code Style 1 of 5</vt:lpstr>
      <vt:lpstr>Code Style 2 of 5</vt:lpstr>
      <vt:lpstr>Code Style 3 of 5</vt:lpstr>
      <vt:lpstr>Code Style 4 of 5</vt:lpstr>
      <vt:lpstr>Code Style 5 of 5</vt:lpstr>
      <vt:lpstr>&lt;code&gt;</vt:lpstr>
      <vt:lpstr>Branching</vt:lpstr>
      <vt:lpstr>Prior to lab 2 ...</vt:lpstr>
      <vt:lpstr>Software Overview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HTML, XHTML &amp; CSS</dc:title>
  <dc:subject/>
  <dc:creator/>
  <cp:keywords/>
  <dc:description/>
  <cp:lastModifiedBy>Richard Plotka</cp:lastModifiedBy>
  <cp:revision>9</cp:revision>
  <dcterms:created xsi:type="dcterms:W3CDTF">2019-09-15T15:08:11Z</dcterms:created>
  <dcterms:modified xsi:type="dcterms:W3CDTF">2025-09-07T15:11:34Z</dcterms:modified>
  <cp:category/>
</cp:coreProperties>
</file>